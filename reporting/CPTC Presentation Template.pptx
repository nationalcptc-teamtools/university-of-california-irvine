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2" r:id="rId1"/>
    <p:sldMasterId id="2147483713" r:id="rId2"/>
  </p:sldMasterIdLst>
  <p:notesMasterIdLst>
    <p:notesMasterId r:id="rId1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9144000" cy="5143500" type="screen16x9"/>
  <p:notesSz cx="6858000" cy="9144000"/>
  <p:embeddedFontLst>
    <p:embeddedFont>
      <p:font typeface="DM Sans" pitchFamily="2" charset="0"/>
      <p:regular r:id="rId17"/>
      <p:bold r:id="rId18"/>
      <p:italic r:id="rId19"/>
      <p:boldItalic r:id="rId20"/>
    </p:embeddedFont>
    <p:embeddedFont>
      <p:font typeface="DM Sans Light" panose="020B0604020202020204" charset="0"/>
      <p:regular r:id="rId21"/>
      <p:bold r:id="rId22"/>
      <p:italic r:id="rId23"/>
      <p:boldItalic r:id="rId24"/>
    </p:embeddedFont>
    <p:embeddedFont>
      <p:font typeface="DM Sans SemiBold" panose="020B0604020202020204" charset="0"/>
      <p:regular r:id="rId25"/>
      <p:bold r:id="rId26"/>
      <p:italic r:id="rId27"/>
      <p:boldItalic r:id="rId28"/>
    </p:embeddedFont>
    <p:embeddedFont>
      <p:font typeface="Newsreader" panose="020B060402020202020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892858-3EAE-C1B6-2E4F-89D92639D012}" v="90" dt="2026-01-02T13:09:56.978"/>
  </p1510:revLst>
</p1510:revInfo>
</file>

<file path=ppt/tableStyles.xml><?xml version="1.0" encoding="utf-8"?>
<a:tblStyleLst xmlns:a="http://schemas.openxmlformats.org/drawingml/2006/main" def="{064B0B95-75E8-4D91-9EAE-7102440A0171}">
  <a:tblStyle styleId="{064B0B95-75E8-4D91-9EAE-7102440A017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2.fntdata"/><Relationship Id="rId26" Type="http://schemas.openxmlformats.org/officeDocument/2006/relationships/font" Target="fonts/font10.fntdata"/><Relationship Id="rId21" Type="http://schemas.openxmlformats.org/officeDocument/2006/relationships/font" Target="fonts/font5.fntdata"/><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8.fntdata"/><Relationship Id="rId32" Type="http://schemas.openxmlformats.org/officeDocument/2006/relationships/font" Target="fonts/font16.fntdata"/><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pages.nist.gov/800-63-4/sp800-63b/passwords/" TargetMode="External"/><Relationship Id="rId2" Type="http://schemas.openxmlformats.org/officeDocument/2006/relationships/slide" Target="../slides/slide11.xml"/><Relationship Id="rId1" Type="http://schemas.openxmlformats.org/officeDocument/2006/relationships/notesMaster" Target="../notesMasters/notesMaster1.xml"/><Relationship Id="rId5" Type="http://schemas.openxmlformats.org/officeDocument/2006/relationships/hyperlink" Target="https://cheatsheetseries.owasp.org/cheatsheets/Authentication_Cheat_Sheet.html" TargetMode="External"/><Relationship Id="rId4" Type="http://schemas.openxmlformats.org/officeDocument/2006/relationships/hyperlink" Target="https://www.cisa.gov/audiences/small-and-medium-businesses/secure-your-business/require-strong-passwords"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3aaa3e52e7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3aaa3e52e7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Hello All Ports Tours Executive board, we are Finals-XX. Today we will discuss the security reassessment for All Ports Tours.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3aaa3e52e79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3aaa3e52e79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First, let me introduce our team. I am Dhruv, our team lead. Here, we have our Active Directory experts Andy and Drew. Next, we have our web application specialists Alex and Eddie. Finally, our Cloud and AI specialist Colin.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3aaa3e52e7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0" name="Google Shape;540;g3aaa3e52e7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Here’s a brief overview of what we will go over today. First, we will go over our key findings in the executive summary. Then, we will talk about the impacts of our findings on the APT business. Next, we will cover our goals of this engagement. Afterwards we will discuss which systems we conducted our tests on. Next, we will go over some of the specific strengths and weaknesses we found in your systems, with some recommendations to improve your security posture. Finally, we will open up the floor for some questions.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3aaa3e52e79_0_12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g3aaa3e52e79_0_1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TODO: BAR CHART OF VULNS BY RISK, FILLED IN TO SHOW HOW MUCH IS REDISCOVERED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g3aac7e714f0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8" name="Google Shape;588;g3aac7e714f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3ac933fa2a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4" name="Google Shape;614;g3ac933fa2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Remember to mention: Business impact is solely a description of what Finals-XX believes to be the worst-case scenario and does not necessarily reflect the future of the APTCL.</a:t>
            </a:r>
            <a:endParaRPr/>
          </a:p>
          <a:p>
            <a:pPr marL="0" lvl="0" indent="0" algn="l" rtl="0">
              <a:spcBef>
                <a:spcPts val="0"/>
              </a:spcBef>
              <a:spcAft>
                <a:spcPts val="0"/>
              </a:spcAft>
              <a:buNone/>
            </a:pPr>
            <a:r>
              <a:rPr lang="en"/>
              <a:t>Next we will cover how our findings will impact APT’s business and security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g3aac7e714f0_0_1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2" name="Google Shape;632;g3aac7e714f0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team was extremely careful to stay in-scope during our penetration assessments. We tested the production environment which included key services like navigation and temperature control, guest services like the Jellyfin media server, and AWS cloud services. We also did a thorough test of the security preparedness of all ports tours staff through a vishing campaign.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3ab1444ad1c_1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3ab1444ad1c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team was extremely careful to stay in-scope during our penetration assessments. We tested the production environment which included key services like navigation and temperature control, guest services like the Jellyfin media server, and AWS cloud services. We also did a thorough test of the security preparedness of all ports tours staff through a vishing campaign.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3b4347d839a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3b4347d839a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team was extremely careful to stay in-scope during our penetration assessments. We tested the production environment which included key services like navigation and temperature control, guest services like the Jellyfin media server, and AWS cloud services. We also did a thorough test of the security preparedness of all ports tours staff through a vishing campaign.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3ac933fa2ab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3ac933fa2ab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3b4347d839a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9" name="Google Shape;729;g3b4347d839a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Password policies linked:</a:t>
            </a:r>
            <a:endParaRPr/>
          </a:p>
          <a:p>
            <a:pPr marL="0" lvl="0" indent="0" algn="l" rtl="0">
              <a:spcBef>
                <a:spcPts val="0"/>
              </a:spcBef>
              <a:spcAft>
                <a:spcPts val="0"/>
              </a:spcAft>
              <a:buNone/>
            </a:pPr>
            <a:r>
              <a:rPr lang="en" u="sng">
                <a:solidFill>
                  <a:schemeClr val="hlink"/>
                </a:solidFill>
                <a:hlinkClick r:id="rId3"/>
              </a:rPr>
              <a:t>https://pages.nist.gov/800-63-4/sp800-63b/passwords/</a:t>
            </a:r>
            <a:endParaRPr/>
          </a:p>
          <a:p>
            <a:pPr marL="0" lvl="0" indent="0" algn="l" rtl="0">
              <a:spcBef>
                <a:spcPts val="0"/>
              </a:spcBef>
              <a:spcAft>
                <a:spcPts val="0"/>
              </a:spcAft>
              <a:buNone/>
            </a:pPr>
            <a:r>
              <a:rPr lang="en" u="sng">
                <a:solidFill>
                  <a:schemeClr val="hlink"/>
                </a:solidFill>
                <a:hlinkClick r:id="rId4"/>
              </a:rPr>
              <a:t>https://www.cisa.gov/audiences/small-and-medium-businesses/secure-your-business/require-strong-passwords</a:t>
            </a:r>
            <a:endParaRPr/>
          </a:p>
          <a:p>
            <a:pPr marL="0" lvl="0" indent="0" algn="l" rtl="0">
              <a:spcBef>
                <a:spcPts val="0"/>
              </a:spcBef>
              <a:spcAft>
                <a:spcPts val="0"/>
              </a:spcAft>
              <a:buNone/>
            </a:pPr>
            <a:r>
              <a:rPr lang="en" u="sng">
                <a:solidFill>
                  <a:schemeClr val="hlink"/>
                </a:solidFill>
                <a:hlinkClick r:id="rId5"/>
              </a:rPr>
              <a:t>https://cheatsheetseries.owasp.org/cheatsheets/Authentication_Cheat_Sheet.html</a:t>
            </a:r>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g3ac933fa2ab_0_1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2" name="Google Shape;762;g3ac933fa2a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Image is public domain: https://www.publicdomainpictures.net/en/view-image.php?image=21486&amp;picture=beach-background</a:t>
            </a:r>
            <a:endParaRP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3b02f83a5e2_2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 name="Google Shape;773;g3b02f83a5e2_2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title only">
  <p:cSld name="BLANK_1_1_1_1">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361975" y="957403"/>
            <a:ext cx="5627400" cy="587700"/>
          </a:xfrm>
          <a:prstGeom prst="rect">
            <a:avLst/>
          </a:prstGeom>
        </p:spPr>
        <p:txBody>
          <a:bodyPr spcFirstLastPara="1" wrap="square" lIns="0" tIns="0" rIns="0" bIns="0" anchor="t" anchorCtr="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a:endParaRPr/>
          </a:p>
        </p:txBody>
      </p:sp>
      <p:sp>
        <p:nvSpPr>
          <p:cNvPr id="56" name="Google Shape;56;p14"/>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57" name="Google Shape;57;p14"/>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3 Columns">
  <p:cSld name="BLANK_1_1_1_1_3">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61975" y="957403"/>
            <a:ext cx="5627400" cy="587700"/>
          </a:xfrm>
          <a:prstGeom prst="rect">
            <a:avLst/>
          </a:prstGeom>
        </p:spPr>
        <p:txBody>
          <a:bodyPr spcFirstLastPara="1" wrap="square" lIns="0" tIns="0" rIns="0" bIns="0" anchor="t" anchorCtr="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a:endParaRPr/>
          </a:p>
        </p:txBody>
      </p:sp>
      <p:sp>
        <p:nvSpPr>
          <p:cNvPr id="60" name="Google Shape;60;p15"/>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61" name="Google Shape;61;p15"/>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a:endParaRPr/>
          </a:p>
        </p:txBody>
      </p:sp>
      <p:sp>
        <p:nvSpPr>
          <p:cNvPr id="62" name="Google Shape;62;p15"/>
          <p:cNvSpPr txBox="1">
            <a:spLocks noGrp="1"/>
          </p:cNvSpPr>
          <p:nvPr>
            <p:ph type="subTitle" idx="2"/>
          </p:nvPr>
        </p:nvSpPr>
        <p:spPr>
          <a:xfrm>
            <a:off x="362125" y="1853425"/>
            <a:ext cx="2061600" cy="2376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5"/>
          <p:cNvSpPr txBox="1">
            <a:spLocks noGrp="1"/>
          </p:cNvSpPr>
          <p:nvPr>
            <p:ph type="subTitle" idx="3"/>
          </p:nvPr>
        </p:nvSpPr>
        <p:spPr>
          <a:xfrm>
            <a:off x="3154650" y="1853425"/>
            <a:ext cx="2061600" cy="2376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5"/>
          <p:cNvSpPr txBox="1">
            <a:spLocks noGrp="1"/>
          </p:cNvSpPr>
          <p:nvPr>
            <p:ph type="subTitle" idx="4"/>
          </p:nvPr>
        </p:nvSpPr>
        <p:spPr>
          <a:xfrm>
            <a:off x="6216650" y="1853425"/>
            <a:ext cx="2061600" cy="2376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15"/>
          <p:cNvSpPr txBox="1">
            <a:spLocks noGrp="1"/>
          </p:cNvSpPr>
          <p:nvPr>
            <p:ph type="subTitle" idx="5"/>
          </p:nvPr>
        </p:nvSpPr>
        <p:spPr>
          <a:xfrm>
            <a:off x="362125" y="2206700"/>
            <a:ext cx="2575800" cy="1248300"/>
          </a:xfrm>
          <a:prstGeom prst="rect">
            <a:avLst/>
          </a:prstGeom>
        </p:spPr>
        <p:txBody>
          <a:bodyPr spcFirstLastPara="1" wrap="square" lIns="0" tIns="0" rIns="0" bIns="0" anchor="t" anchorCtr="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eyebrow ">
  <p:cSld name="BLANK_1_1_1_1_2_1">
    <p:spTree>
      <p:nvGrpSpPr>
        <p:cNvPr id="1" name="Shape 66"/>
        <p:cNvGrpSpPr/>
        <p:nvPr/>
      </p:nvGrpSpPr>
      <p:grpSpPr>
        <a:xfrm>
          <a:off x="0" y="0"/>
          <a:ext cx="0" cy="0"/>
          <a:chOff x="0" y="0"/>
          <a:chExt cx="0" cy="0"/>
        </a:xfrm>
      </p:grpSpPr>
      <p:sp>
        <p:nvSpPr>
          <p:cNvPr id="67" name="Google Shape;67;p16"/>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68" name="Google Shape;68;p16"/>
          <p:cNvSpPr txBox="1">
            <a:spLocks noGrp="1"/>
          </p:cNvSpPr>
          <p:nvPr>
            <p:ph type="title"/>
          </p:nvPr>
        </p:nvSpPr>
        <p:spPr>
          <a:xfrm>
            <a:off x="361975" y="988557"/>
            <a:ext cx="50184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a:endParaRPr/>
          </a:p>
        </p:txBody>
      </p:sp>
      <p:sp>
        <p:nvSpPr>
          <p:cNvPr id="69" name="Google Shape;69;p16"/>
          <p:cNvSpPr txBox="1">
            <a:spLocks noGrp="1"/>
          </p:cNvSpPr>
          <p:nvPr>
            <p:ph type="subTitle" idx="1"/>
          </p:nvPr>
        </p:nvSpPr>
        <p:spPr>
          <a:xfrm>
            <a:off x="361975" y="732775"/>
            <a:ext cx="4163100" cy="138600"/>
          </a:xfrm>
          <a:prstGeom prst="rect">
            <a:avLst/>
          </a:prstGeom>
        </p:spPr>
        <p:txBody>
          <a:bodyPr spcFirstLastPara="1" wrap="square" lIns="0" tIns="0" rIns="0" bIns="0" anchor="b" anchorCtr="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6"/>
          <p:cNvSpPr txBox="1">
            <a:spLocks noGrp="1"/>
          </p:cNvSpPr>
          <p:nvPr>
            <p:ph type="subTitle" idx="2"/>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ustom agenda">
  <p:cSld name="BLANK_1_1_1_1_1_1_1_1_1_1_1">
    <p:bg>
      <p:bgPr>
        <a:solidFill>
          <a:schemeClr val="lt1"/>
        </a:solidFill>
        <a:effectLst/>
      </p:bgPr>
    </p:bg>
    <p:spTree>
      <p:nvGrpSpPr>
        <p:cNvPr id="1" name="Shape 71"/>
        <p:cNvGrpSpPr/>
        <p:nvPr/>
      </p:nvGrpSpPr>
      <p:grpSpPr>
        <a:xfrm>
          <a:off x="0" y="0"/>
          <a:ext cx="0" cy="0"/>
          <a:chOff x="0" y="0"/>
          <a:chExt cx="0" cy="0"/>
        </a:xfrm>
      </p:grpSpPr>
      <p:sp>
        <p:nvSpPr>
          <p:cNvPr id="72" name="Google Shape;72;p17"/>
          <p:cNvSpPr txBox="1">
            <a:spLocks noGrp="1"/>
          </p:cNvSpPr>
          <p:nvPr>
            <p:ph type="subTitle" idx="1"/>
          </p:nvPr>
        </p:nvSpPr>
        <p:spPr>
          <a:xfrm>
            <a:off x="361975" y="2841984"/>
            <a:ext cx="3154800" cy="2196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73" name="Google Shape;73;p17"/>
          <p:cNvSpPr txBox="1">
            <a:spLocks noGrp="1"/>
          </p:cNvSpPr>
          <p:nvPr>
            <p:ph type="title"/>
          </p:nvPr>
        </p:nvSpPr>
        <p:spPr>
          <a:xfrm>
            <a:off x="361975" y="962100"/>
            <a:ext cx="41631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a:endParaRPr/>
          </a:p>
        </p:txBody>
      </p:sp>
      <p:sp>
        <p:nvSpPr>
          <p:cNvPr id="74" name="Google Shape;74;p17"/>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75" name="Google Shape;75;p17"/>
          <p:cNvSpPr txBox="1">
            <a:spLocks noGrp="1"/>
          </p:cNvSpPr>
          <p:nvPr>
            <p:ph type="subTitle" idx="2"/>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76" name="Google Shape;76;p17"/>
          <p:cNvSpPr txBox="1">
            <a:spLocks noGrp="1"/>
          </p:cNvSpPr>
          <p:nvPr>
            <p:ph type="subTitle" idx="3"/>
          </p:nvPr>
        </p:nvSpPr>
        <p:spPr>
          <a:xfrm>
            <a:off x="4909675" y="2841984"/>
            <a:ext cx="3154800" cy="2196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77" name="Google Shape;77;p17"/>
          <p:cNvSpPr txBox="1">
            <a:spLocks noGrp="1"/>
          </p:cNvSpPr>
          <p:nvPr>
            <p:ph type="subTitle" idx="4"/>
          </p:nvPr>
        </p:nvSpPr>
        <p:spPr>
          <a:xfrm>
            <a:off x="361975" y="3493626"/>
            <a:ext cx="3154800" cy="2196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78" name="Google Shape;78;p17"/>
          <p:cNvSpPr txBox="1">
            <a:spLocks noGrp="1"/>
          </p:cNvSpPr>
          <p:nvPr>
            <p:ph type="subTitle" idx="5"/>
          </p:nvPr>
        </p:nvSpPr>
        <p:spPr>
          <a:xfrm>
            <a:off x="4909675" y="3493626"/>
            <a:ext cx="3154800" cy="2196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79" name="Google Shape;79;p17"/>
          <p:cNvSpPr txBox="1">
            <a:spLocks noGrp="1"/>
          </p:cNvSpPr>
          <p:nvPr>
            <p:ph type="subTitle" idx="6"/>
          </p:nvPr>
        </p:nvSpPr>
        <p:spPr>
          <a:xfrm>
            <a:off x="361975" y="4145267"/>
            <a:ext cx="3154800" cy="2196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
        <p:nvSpPr>
          <p:cNvPr id="80" name="Google Shape;80;p17"/>
          <p:cNvSpPr txBox="1">
            <a:spLocks noGrp="1"/>
          </p:cNvSpPr>
          <p:nvPr>
            <p:ph type="subTitle" idx="7"/>
          </p:nvPr>
        </p:nvSpPr>
        <p:spPr>
          <a:xfrm>
            <a:off x="4909675" y="4145267"/>
            <a:ext cx="3154800" cy="2196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ree big ideas - Horizontal - Light">
  <p:cSld name="BLANK_1_1_1_1_1_1_1_1_1_1_1_1_1_1_2">
    <p:bg>
      <p:bgPr>
        <a:solidFill>
          <a:schemeClr val="accent6"/>
        </a:solidFill>
        <a:effectLst/>
      </p:bgPr>
    </p:bg>
    <p:spTree>
      <p:nvGrpSpPr>
        <p:cNvPr id="1" name="Shape 81"/>
        <p:cNvGrpSpPr/>
        <p:nvPr/>
      </p:nvGrpSpPr>
      <p:grpSpPr>
        <a:xfrm>
          <a:off x="0" y="0"/>
          <a:ext cx="0" cy="0"/>
          <a:chOff x="0" y="0"/>
          <a:chExt cx="0" cy="0"/>
        </a:xfrm>
      </p:grpSpPr>
      <p:sp>
        <p:nvSpPr>
          <p:cNvPr id="82" name="Google Shape;82;p18"/>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u="sng"/>
          </a:p>
        </p:txBody>
      </p:sp>
      <p:sp>
        <p:nvSpPr>
          <p:cNvPr id="83" name="Google Shape;83;p18"/>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18"/>
          <p:cNvSpPr txBox="1">
            <a:spLocks noGrp="1"/>
          </p:cNvSpPr>
          <p:nvPr>
            <p:ph type="body" idx="2"/>
          </p:nvPr>
        </p:nvSpPr>
        <p:spPr>
          <a:xfrm>
            <a:off x="4845475" y="1361028"/>
            <a:ext cx="3382500" cy="4314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lt1"/>
              </a:buClr>
              <a:buSzPts val="1000"/>
              <a:buFont typeface="DM Sans"/>
              <a:buChar char="●"/>
              <a:defRPr sz="1000"/>
            </a:lvl1pPr>
            <a:lvl2pPr marL="914400" lvl="1" indent="-292100">
              <a:spcBef>
                <a:spcPts val="800"/>
              </a:spcBef>
              <a:spcAft>
                <a:spcPts val="0"/>
              </a:spcAft>
              <a:buClr>
                <a:schemeClr val="lt1"/>
              </a:buClr>
              <a:buSzPts val="1000"/>
              <a:buFont typeface="DM Sans"/>
              <a:buChar char="○"/>
              <a:defRPr sz="1000"/>
            </a:lvl2pPr>
            <a:lvl3pPr marL="1371600" lvl="2" indent="-292100">
              <a:spcBef>
                <a:spcPts val="800"/>
              </a:spcBef>
              <a:spcAft>
                <a:spcPts val="0"/>
              </a:spcAft>
              <a:buClr>
                <a:schemeClr val="lt1"/>
              </a:buClr>
              <a:buSzPts val="1000"/>
              <a:buFont typeface="DM Sans"/>
              <a:buChar char="■"/>
              <a:defRPr sz="1000"/>
            </a:lvl3pPr>
            <a:lvl4pPr marL="1828800" lvl="3" indent="-292100">
              <a:spcBef>
                <a:spcPts val="800"/>
              </a:spcBef>
              <a:spcAft>
                <a:spcPts val="0"/>
              </a:spcAft>
              <a:buClr>
                <a:schemeClr val="lt1"/>
              </a:buClr>
              <a:buSzPts val="1000"/>
              <a:buFont typeface="DM Sans"/>
              <a:buChar char="●"/>
              <a:defRPr sz="1000"/>
            </a:lvl4pPr>
            <a:lvl5pPr marL="2286000" lvl="4" indent="-292100">
              <a:spcBef>
                <a:spcPts val="800"/>
              </a:spcBef>
              <a:spcAft>
                <a:spcPts val="0"/>
              </a:spcAft>
              <a:buClr>
                <a:schemeClr val="lt1"/>
              </a:buClr>
              <a:buSzPts val="1000"/>
              <a:buFont typeface="DM Sans"/>
              <a:buChar char="○"/>
              <a:defRPr sz="1000"/>
            </a:lvl5pPr>
            <a:lvl6pPr marL="2743200" lvl="5" indent="-292100">
              <a:spcBef>
                <a:spcPts val="800"/>
              </a:spcBef>
              <a:spcAft>
                <a:spcPts val="0"/>
              </a:spcAft>
              <a:buClr>
                <a:schemeClr val="lt1"/>
              </a:buClr>
              <a:buSzPts val="1000"/>
              <a:buFont typeface="DM Sans"/>
              <a:buChar char="■"/>
              <a:defRPr sz="1000"/>
            </a:lvl6pPr>
            <a:lvl7pPr marL="3200400" lvl="6" indent="-292100">
              <a:spcBef>
                <a:spcPts val="800"/>
              </a:spcBef>
              <a:spcAft>
                <a:spcPts val="0"/>
              </a:spcAft>
              <a:buClr>
                <a:schemeClr val="lt1"/>
              </a:buClr>
              <a:buSzPts val="1000"/>
              <a:buFont typeface="DM Sans"/>
              <a:buChar char="●"/>
              <a:defRPr sz="1000"/>
            </a:lvl7pPr>
            <a:lvl8pPr marL="3657600" lvl="7" indent="-292100">
              <a:spcBef>
                <a:spcPts val="800"/>
              </a:spcBef>
              <a:spcAft>
                <a:spcPts val="0"/>
              </a:spcAft>
              <a:buClr>
                <a:schemeClr val="lt1"/>
              </a:buClr>
              <a:buSzPts val="1000"/>
              <a:buFont typeface="DM Sans"/>
              <a:buChar char="○"/>
              <a:defRPr sz="1000"/>
            </a:lvl8pPr>
            <a:lvl9pPr marL="4114800" lvl="8" indent="-292100">
              <a:spcBef>
                <a:spcPts val="800"/>
              </a:spcBef>
              <a:spcAft>
                <a:spcPts val="800"/>
              </a:spcAft>
              <a:buClr>
                <a:schemeClr val="lt1"/>
              </a:buClr>
              <a:buSzPts val="1000"/>
              <a:buFont typeface="DM Sans"/>
              <a:buChar char="■"/>
              <a:defRPr sz="1000"/>
            </a:lvl9pPr>
          </a:lstStyle>
          <a:p>
            <a:endParaRPr/>
          </a:p>
        </p:txBody>
      </p:sp>
      <p:sp>
        <p:nvSpPr>
          <p:cNvPr id="85" name="Google Shape;85;p18"/>
          <p:cNvSpPr txBox="1">
            <a:spLocks noGrp="1"/>
          </p:cNvSpPr>
          <p:nvPr>
            <p:ph type="subTitle" idx="3"/>
          </p:nvPr>
        </p:nvSpPr>
        <p:spPr>
          <a:xfrm>
            <a:off x="4845475" y="1028377"/>
            <a:ext cx="3382500" cy="237600"/>
          </a:xfrm>
          <a:prstGeom prst="rect">
            <a:avLst/>
          </a:prstGeom>
        </p:spPr>
        <p:txBody>
          <a:bodyPr spcFirstLastPara="1" wrap="square" lIns="0" tIns="0" rIns="0" bIns="0" anchor="t" anchorCtr="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a:endParaRPr/>
          </a:p>
        </p:txBody>
      </p:sp>
      <p:sp>
        <p:nvSpPr>
          <p:cNvPr id="86" name="Google Shape;86;p18"/>
          <p:cNvSpPr txBox="1">
            <a:spLocks noGrp="1"/>
          </p:cNvSpPr>
          <p:nvPr>
            <p:ph type="body" idx="4"/>
          </p:nvPr>
        </p:nvSpPr>
        <p:spPr>
          <a:xfrm>
            <a:off x="4845475" y="2595865"/>
            <a:ext cx="3382500" cy="4314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DM Sans"/>
              <a:buChar char="●"/>
              <a:defRPr sz="1000">
                <a:solidFill>
                  <a:schemeClr val="dk1"/>
                </a:solidFill>
              </a:defRPr>
            </a:lvl1pPr>
            <a:lvl2pPr marL="914400" lvl="1" indent="-292100">
              <a:spcBef>
                <a:spcPts val="800"/>
              </a:spcBef>
              <a:spcAft>
                <a:spcPts val="0"/>
              </a:spcAft>
              <a:buClr>
                <a:schemeClr val="dk1"/>
              </a:buClr>
              <a:buSzPts val="1000"/>
              <a:buFont typeface="DM Sans"/>
              <a:buChar char="○"/>
              <a:defRPr sz="1000">
                <a:solidFill>
                  <a:schemeClr val="dk1"/>
                </a:solidFill>
              </a:defRPr>
            </a:lvl2pPr>
            <a:lvl3pPr marL="1371600" lvl="2" indent="-292100">
              <a:spcBef>
                <a:spcPts val="800"/>
              </a:spcBef>
              <a:spcAft>
                <a:spcPts val="0"/>
              </a:spcAft>
              <a:buClr>
                <a:schemeClr val="dk1"/>
              </a:buClr>
              <a:buSzPts val="1000"/>
              <a:buFont typeface="DM Sans"/>
              <a:buChar char="■"/>
              <a:defRPr sz="1000">
                <a:solidFill>
                  <a:schemeClr val="dk1"/>
                </a:solidFill>
              </a:defRPr>
            </a:lvl3pPr>
            <a:lvl4pPr marL="1828800" lvl="3" indent="-292100">
              <a:spcBef>
                <a:spcPts val="800"/>
              </a:spcBef>
              <a:spcAft>
                <a:spcPts val="0"/>
              </a:spcAft>
              <a:buClr>
                <a:schemeClr val="dk1"/>
              </a:buClr>
              <a:buSzPts val="1000"/>
              <a:buFont typeface="DM Sans"/>
              <a:buChar char="●"/>
              <a:defRPr sz="1000">
                <a:solidFill>
                  <a:schemeClr val="dk1"/>
                </a:solidFill>
              </a:defRPr>
            </a:lvl4pPr>
            <a:lvl5pPr marL="2286000" lvl="4" indent="-292100">
              <a:spcBef>
                <a:spcPts val="800"/>
              </a:spcBef>
              <a:spcAft>
                <a:spcPts val="0"/>
              </a:spcAft>
              <a:buClr>
                <a:schemeClr val="dk1"/>
              </a:buClr>
              <a:buSzPts val="1000"/>
              <a:buFont typeface="DM Sans"/>
              <a:buChar char="○"/>
              <a:defRPr sz="1000">
                <a:solidFill>
                  <a:schemeClr val="dk1"/>
                </a:solidFill>
              </a:defRPr>
            </a:lvl5pPr>
            <a:lvl6pPr marL="2743200" lvl="5" indent="-292100">
              <a:spcBef>
                <a:spcPts val="800"/>
              </a:spcBef>
              <a:spcAft>
                <a:spcPts val="0"/>
              </a:spcAft>
              <a:buClr>
                <a:schemeClr val="dk1"/>
              </a:buClr>
              <a:buSzPts val="1000"/>
              <a:buFont typeface="DM Sans"/>
              <a:buChar char="■"/>
              <a:defRPr sz="1000">
                <a:solidFill>
                  <a:schemeClr val="dk1"/>
                </a:solidFill>
              </a:defRPr>
            </a:lvl6pPr>
            <a:lvl7pPr marL="3200400" lvl="6" indent="-292100">
              <a:spcBef>
                <a:spcPts val="800"/>
              </a:spcBef>
              <a:spcAft>
                <a:spcPts val="0"/>
              </a:spcAft>
              <a:buClr>
                <a:schemeClr val="dk1"/>
              </a:buClr>
              <a:buSzPts val="1000"/>
              <a:buFont typeface="DM Sans"/>
              <a:buChar char="●"/>
              <a:defRPr sz="1000">
                <a:solidFill>
                  <a:schemeClr val="dk1"/>
                </a:solidFill>
              </a:defRPr>
            </a:lvl7pPr>
            <a:lvl8pPr marL="3657600" lvl="7" indent="-292100">
              <a:spcBef>
                <a:spcPts val="800"/>
              </a:spcBef>
              <a:spcAft>
                <a:spcPts val="0"/>
              </a:spcAft>
              <a:buClr>
                <a:schemeClr val="dk1"/>
              </a:buClr>
              <a:buSzPts val="1000"/>
              <a:buFont typeface="DM Sans"/>
              <a:buChar char="○"/>
              <a:defRPr sz="1000">
                <a:solidFill>
                  <a:schemeClr val="dk1"/>
                </a:solidFill>
              </a:defRPr>
            </a:lvl8pPr>
            <a:lvl9pPr marL="4114800" lvl="8" indent="-292100">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87" name="Google Shape;87;p18"/>
          <p:cNvSpPr txBox="1">
            <a:spLocks noGrp="1"/>
          </p:cNvSpPr>
          <p:nvPr>
            <p:ph type="subTitle" idx="5"/>
          </p:nvPr>
        </p:nvSpPr>
        <p:spPr>
          <a:xfrm>
            <a:off x="4845475" y="2263215"/>
            <a:ext cx="3382500" cy="237600"/>
          </a:xfrm>
          <a:prstGeom prst="rect">
            <a:avLst/>
          </a:prstGeom>
        </p:spPr>
        <p:txBody>
          <a:bodyPr spcFirstLastPara="1" wrap="square" lIns="0" tIns="0" rIns="0" bIns="0" anchor="t" anchorCtr="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a:endParaRPr/>
          </a:p>
        </p:txBody>
      </p:sp>
      <p:sp>
        <p:nvSpPr>
          <p:cNvPr id="88" name="Google Shape;88;p18"/>
          <p:cNvSpPr txBox="1">
            <a:spLocks noGrp="1"/>
          </p:cNvSpPr>
          <p:nvPr>
            <p:ph type="body" idx="6"/>
          </p:nvPr>
        </p:nvSpPr>
        <p:spPr>
          <a:xfrm>
            <a:off x="4845475" y="3870078"/>
            <a:ext cx="3382500" cy="431400"/>
          </a:xfrm>
          <a:prstGeom prst="rect">
            <a:avLst/>
          </a:prstGeom>
        </p:spPr>
        <p:txBody>
          <a:bodyPr spcFirstLastPara="1" wrap="square" lIns="0" tIns="0" rIns="0" bIns="0" anchor="t" anchorCtr="0">
            <a:spAutoFit/>
          </a:bodyPr>
          <a:lstStyle>
            <a:lvl1pPr marL="457200" lvl="0" indent="-292100">
              <a:lnSpc>
                <a:spcPct val="100000"/>
              </a:lnSpc>
              <a:spcBef>
                <a:spcPts val="0"/>
              </a:spcBef>
              <a:spcAft>
                <a:spcPts val="0"/>
              </a:spcAft>
              <a:buClr>
                <a:schemeClr val="dk1"/>
              </a:buClr>
              <a:buSzPts val="1000"/>
              <a:buFont typeface="DM Sans"/>
              <a:buChar char="●"/>
              <a:defRPr sz="1000">
                <a:solidFill>
                  <a:schemeClr val="dk1"/>
                </a:solidFill>
              </a:defRPr>
            </a:lvl1pPr>
            <a:lvl2pPr marL="914400" lvl="1" indent="-292100">
              <a:lnSpc>
                <a:spcPct val="100000"/>
              </a:lnSpc>
              <a:spcBef>
                <a:spcPts val="800"/>
              </a:spcBef>
              <a:spcAft>
                <a:spcPts val="0"/>
              </a:spcAft>
              <a:buClr>
                <a:schemeClr val="dk1"/>
              </a:buClr>
              <a:buSzPts val="1000"/>
              <a:buFont typeface="DM Sans"/>
              <a:buChar char="○"/>
              <a:defRPr sz="1000">
                <a:solidFill>
                  <a:schemeClr val="dk1"/>
                </a:solidFill>
              </a:defRPr>
            </a:lvl2pPr>
            <a:lvl3pPr marL="1371600" lvl="2" indent="-292100">
              <a:lnSpc>
                <a:spcPct val="100000"/>
              </a:lnSpc>
              <a:spcBef>
                <a:spcPts val="800"/>
              </a:spcBef>
              <a:spcAft>
                <a:spcPts val="0"/>
              </a:spcAft>
              <a:buClr>
                <a:schemeClr val="dk1"/>
              </a:buClr>
              <a:buSzPts val="1000"/>
              <a:buFont typeface="DM Sans"/>
              <a:buChar char="■"/>
              <a:defRPr sz="1000">
                <a:solidFill>
                  <a:schemeClr val="dk1"/>
                </a:solidFill>
              </a:defRPr>
            </a:lvl3pPr>
            <a:lvl4pPr marL="1828800" lvl="3" indent="-292100">
              <a:lnSpc>
                <a:spcPct val="100000"/>
              </a:lnSpc>
              <a:spcBef>
                <a:spcPts val="800"/>
              </a:spcBef>
              <a:spcAft>
                <a:spcPts val="0"/>
              </a:spcAft>
              <a:buClr>
                <a:schemeClr val="dk1"/>
              </a:buClr>
              <a:buSzPts val="1000"/>
              <a:buFont typeface="DM Sans"/>
              <a:buChar char="●"/>
              <a:defRPr sz="1000">
                <a:solidFill>
                  <a:schemeClr val="dk1"/>
                </a:solidFill>
              </a:defRPr>
            </a:lvl4pPr>
            <a:lvl5pPr marL="2286000" lvl="4" indent="-292100">
              <a:lnSpc>
                <a:spcPct val="100000"/>
              </a:lnSpc>
              <a:spcBef>
                <a:spcPts val="800"/>
              </a:spcBef>
              <a:spcAft>
                <a:spcPts val="0"/>
              </a:spcAft>
              <a:buClr>
                <a:schemeClr val="dk1"/>
              </a:buClr>
              <a:buSzPts val="1000"/>
              <a:buFont typeface="DM Sans"/>
              <a:buChar char="○"/>
              <a:defRPr sz="1000">
                <a:solidFill>
                  <a:schemeClr val="dk1"/>
                </a:solidFill>
              </a:defRPr>
            </a:lvl5pPr>
            <a:lvl6pPr marL="2743200" lvl="5" indent="-292100">
              <a:lnSpc>
                <a:spcPct val="100000"/>
              </a:lnSpc>
              <a:spcBef>
                <a:spcPts val="800"/>
              </a:spcBef>
              <a:spcAft>
                <a:spcPts val="0"/>
              </a:spcAft>
              <a:buClr>
                <a:schemeClr val="dk1"/>
              </a:buClr>
              <a:buSzPts val="1000"/>
              <a:buFont typeface="DM Sans"/>
              <a:buChar char="■"/>
              <a:defRPr sz="1000">
                <a:solidFill>
                  <a:schemeClr val="dk1"/>
                </a:solidFill>
              </a:defRPr>
            </a:lvl6pPr>
            <a:lvl7pPr marL="3200400" lvl="6" indent="-292100">
              <a:lnSpc>
                <a:spcPct val="100000"/>
              </a:lnSpc>
              <a:spcBef>
                <a:spcPts val="800"/>
              </a:spcBef>
              <a:spcAft>
                <a:spcPts val="0"/>
              </a:spcAft>
              <a:buClr>
                <a:schemeClr val="dk1"/>
              </a:buClr>
              <a:buSzPts val="1000"/>
              <a:buFont typeface="DM Sans"/>
              <a:buChar char="●"/>
              <a:defRPr sz="1000">
                <a:solidFill>
                  <a:schemeClr val="dk1"/>
                </a:solidFill>
              </a:defRPr>
            </a:lvl7pPr>
            <a:lvl8pPr marL="3657600" lvl="7" indent="-292100">
              <a:lnSpc>
                <a:spcPct val="100000"/>
              </a:lnSpc>
              <a:spcBef>
                <a:spcPts val="800"/>
              </a:spcBef>
              <a:spcAft>
                <a:spcPts val="0"/>
              </a:spcAft>
              <a:buClr>
                <a:schemeClr val="dk1"/>
              </a:buClr>
              <a:buSzPts val="1000"/>
              <a:buFont typeface="DM Sans"/>
              <a:buChar char="○"/>
              <a:defRPr sz="1000">
                <a:solidFill>
                  <a:schemeClr val="dk1"/>
                </a:solidFill>
              </a:defRPr>
            </a:lvl8pPr>
            <a:lvl9pPr marL="4114800" lvl="8" indent="-292100">
              <a:lnSpc>
                <a:spcPct val="100000"/>
              </a:lnSpc>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89" name="Google Shape;89;p18"/>
          <p:cNvSpPr txBox="1">
            <a:spLocks noGrp="1"/>
          </p:cNvSpPr>
          <p:nvPr>
            <p:ph type="subTitle" idx="7"/>
          </p:nvPr>
        </p:nvSpPr>
        <p:spPr>
          <a:xfrm>
            <a:off x="4845475" y="3537427"/>
            <a:ext cx="3382500" cy="237600"/>
          </a:xfrm>
          <a:prstGeom prst="rect">
            <a:avLst/>
          </a:prstGeom>
        </p:spPr>
        <p:txBody>
          <a:bodyPr spcFirstLastPara="1" wrap="square" lIns="0" tIns="0" rIns="0" bIns="0" anchor="t" anchorCtr="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a:endParaRPr/>
          </a:p>
        </p:txBody>
      </p:sp>
      <p:sp>
        <p:nvSpPr>
          <p:cNvPr id="90" name="Google Shape;90;p18"/>
          <p:cNvSpPr txBox="1">
            <a:spLocks noGrp="1"/>
          </p:cNvSpPr>
          <p:nvPr>
            <p:ph type="title"/>
          </p:nvPr>
        </p:nvSpPr>
        <p:spPr>
          <a:xfrm>
            <a:off x="361975" y="988555"/>
            <a:ext cx="38601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a:endParaRPr/>
          </a:p>
        </p:txBody>
      </p:sp>
      <p:sp>
        <p:nvSpPr>
          <p:cNvPr id="91" name="Google Shape;91;p18"/>
          <p:cNvSpPr txBox="1">
            <a:spLocks noGrp="1"/>
          </p:cNvSpPr>
          <p:nvPr>
            <p:ph type="subTitle" idx="8"/>
          </p:nvPr>
        </p:nvSpPr>
        <p:spPr>
          <a:xfrm>
            <a:off x="361975" y="732775"/>
            <a:ext cx="3860100" cy="138600"/>
          </a:xfrm>
          <a:prstGeom prst="rect">
            <a:avLst/>
          </a:prstGeom>
        </p:spPr>
        <p:txBody>
          <a:bodyPr spcFirstLastPara="1" wrap="square" lIns="0" tIns="0" rIns="0" bIns="0" anchor="b" anchorCtr="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ree big ideas - Horizontal - Light - Alt 1">
  <p:cSld name="BLANK_1_1_1_1_1_1_1_1_1_1_1_1_1_1_2_2">
    <p:bg>
      <p:bgPr>
        <a:solidFill>
          <a:schemeClr val="accent6"/>
        </a:solidFill>
        <a:effectLst/>
      </p:bgPr>
    </p:bg>
    <p:spTree>
      <p:nvGrpSpPr>
        <p:cNvPr id="1" name="Shape 92"/>
        <p:cNvGrpSpPr/>
        <p:nvPr/>
      </p:nvGrpSpPr>
      <p:grpSpPr>
        <a:xfrm>
          <a:off x="0" y="0"/>
          <a:ext cx="0" cy="0"/>
          <a:chOff x="0" y="0"/>
          <a:chExt cx="0" cy="0"/>
        </a:xfrm>
      </p:grpSpPr>
      <p:sp>
        <p:nvSpPr>
          <p:cNvPr id="93" name="Google Shape;93;p19"/>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19"/>
          <p:cNvSpPr txBox="1">
            <a:spLocks noGrp="1"/>
          </p:cNvSpPr>
          <p:nvPr>
            <p:ph type="body" idx="2"/>
          </p:nvPr>
        </p:nvSpPr>
        <p:spPr>
          <a:xfrm>
            <a:off x="4845475" y="998689"/>
            <a:ext cx="3382500" cy="5877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lt1"/>
              </a:buClr>
              <a:buSzPts val="1000"/>
              <a:buFont typeface="DM Sans"/>
              <a:buChar char="●"/>
              <a:defRPr sz="1000"/>
            </a:lvl1pPr>
            <a:lvl2pPr marL="914400" lvl="1" indent="-292100">
              <a:spcBef>
                <a:spcPts val="800"/>
              </a:spcBef>
              <a:spcAft>
                <a:spcPts val="0"/>
              </a:spcAft>
              <a:buClr>
                <a:schemeClr val="lt1"/>
              </a:buClr>
              <a:buSzPts val="1000"/>
              <a:buFont typeface="DM Sans"/>
              <a:buChar char="○"/>
              <a:defRPr sz="1000"/>
            </a:lvl2pPr>
            <a:lvl3pPr marL="1371600" lvl="2" indent="-292100">
              <a:spcBef>
                <a:spcPts val="800"/>
              </a:spcBef>
              <a:spcAft>
                <a:spcPts val="0"/>
              </a:spcAft>
              <a:buClr>
                <a:schemeClr val="lt1"/>
              </a:buClr>
              <a:buSzPts val="1000"/>
              <a:buFont typeface="DM Sans"/>
              <a:buChar char="■"/>
              <a:defRPr sz="1000"/>
            </a:lvl3pPr>
            <a:lvl4pPr marL="1828800" lvl="3" indent="-292100">
              <a:spcBef>
                <a:spcPts val="800"/>
              </a:spcBef>
              <a:spcAft>
                <a:spcPts val="0"/>
              </a:spcAft>
              <a:buClr>
                <a:schemeClr val="lt1"/>
              </a:buClr>
              <a:buSzPts val="1000"/>
              <a:buFont typeface="DM Sans"/>
              <a:buChar char="●"/>
              <a:defRPr sz="1000"/>
            </a:lvl4pPr>
            <a:lvl5pPr marL="2286000" lvl="4" indent="-292100">
              <a:spcBef>
                <a:spcPts val="800"/>
              </a:spcBef>
              <a:spcAft>
                <a:spcPts val="0"/>
              </a:spcAft>
              <a:buClr>
                <a:schemeClr val="lt1"/>
              </a:buClr>
              <a:buSzPts val="1000"/>
              <a:buFont typeface="DM Sans"/>
              <a:buChar char="○"/>
              <a:defRPr sz="1000"/>
            </a:lvl5pPr>
            <a:lvl6pPr marL="2743200" lvl="5" indent="-292100">
              <a:spcBef>
                <a:spcPts val="800"/>
              </a:spcBef>
              <a:spcAft>
                <a:spcPts val="0"/>
              </a:spcAft>
              <a:buClr>
                <a:schemeClr val="lt1"/>
              </a:buClr>
              <a:buSzPts val="1000"/>
              <a:buFont typeface="DM Sans"/>
              <a:buChar char="■"/>
              <a:defRPr sz="1000"/>
            </a:lvl6pPr>
            <a:lvl7pPr marL="3200400" lvl="6" indent="-292100">
              <a:spcBef>
                <a:spcPts val="800"/>
              </a:spcBef>
              <a:spcAft>
                <a:spcPts val="0"/>
              </a:spcAft>
              <a:buClr>
                <a:schemeClr val="lt1"/>
              </a:buClr>
              <a:buSzPts val="1000"/>
              <a:buFont typeface="DM Sans"/>
              <a:buChar char="●"/>
              <a:defRPr sz="1000"/>
            </a:lvl7pPr>
            <a:lvl8pPr marL="3657600" lvl="7" indent="-292100">
              <a:spcBef>
                <a:spcPts val="800"/>
              </a:spcBef>
              <a:spcAft>
                <a:spcPts val="0"/>
              </a:spcAft>
              <a:buClr>
                <a:schemeClr val="lt1"/>
              </a:buClr>
              <a:buSzPts val="1000"/>
              <a:buFont typeface="DM Sans"/>
              <a:buChar char="○"/>
              <a:defRPr sz="1000"/>
            </a:lvl8pPr>
            <a:lvl9pPr marL="4114800" lvl="8" indent="-292100">
              <a:spcBef>
                <a:spcPts val="800"/>
              </a:spcBef>
              <a:spcAft>
                <a:spcPts val="800"/>
              </a:spcAft>
              <a:buClr>
                <a:schemeClr val="lt1"/>
              </a:buClr>
              <a:buSzPts val="1000"/>
              <a:buFont typeface="DM Sans"/>
              <a:buChar char="■"/>
              <a:defRPr sz="1000"/>
            </a:lvl9pPr>
          </a:lstStyle>
          <a:p>
            <a:endParaRPr/>
          </a:p>
        </p:txBody>
      </p:sp>
      <p:sp>
        <p:nvSpPr>
          <p:cNvPr id="95" name="Google Shape;95;p19"/>
          <p:cNvSpPr txBox="1">
            <a:spLocks noGrp="1"/>
          </p:cNvSpPr>
          <p:nvPr>
            <p:ph type="subTitle" idx="3"/>
          </p:nvPr>
        </p:nvSpPr>
        <p:spPr>
          <a:xfrm>
            <a:off x="4845475" y="666041"/>
            <a:ext cx="3382500" cy="237600"/>
          </a:xfrm>
          <a:prstGeom prst="rect">
            <a:avLst/>
          </a:prstGeom>
        </p:spPr>
        <p:txBody>
          <a:bodyPr spcFirstLastPara="1" wrap="square" lIns="0" tIns="0" rIns="0" bIns="0" anchor="t" anchorCtr="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a:endParaRPr/>
          </a:p>
        </p:txBody>
      </p:sp>
      <p:sp>
        <p:nvSpPr>
          <p:cNvPr id="96" name="Google Shape;96;p19"/>
          <p:cNvSpPr txBox="1">
            <a:spLocks noGrp="1"/>
          </p:cNvSpPr>
          <p:nvPr>
            <p:ph type="title"/>
          </p:nvPr>
        </p:nvSpPr>
        <p:spPr>
          <a:xfrm>
            <a:off x="361975" y="988555"/>
            <a:ext cx="38601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a:endParaRPr/>
          </a:p>
        </p:txBody>
      </p:sp>
      <p:sp>
        <p:nvSpPr>
          <p:cNvPr id="97" name="Google Shape;97;p19"/>
          <p:cNvSpPr txBox="1">
            <a:spLocks noGrp="1"/>
          </p:cNvSpPr>
          <p:nvPr>
            <p:ph type="subTitle" idx="4"/>
          </p:nvPr>
        </p:nvSpPr>
        <p:spPr>
          <a:xfrm>
            <a:off x="361975" y="732775"/>
            <a:ext cx="3860100" cy="138600"/>
          </a:xfrm>
          <a:prstGeom prst="rect">
            <a:avLst/>
          </a:prstGeom>
        </p:spPr>
        <p:txBody>
          <a:bodyPr spcFirstLastPara="1" wrap="square" lIns="0" tIns="0" rIns="0" bIns="0" anchor="b" anchorCtr="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19"/>
          <p:cNvSpPr txBox="1">
            <a:spLocks noGrp="1"/>
          </p:cNvSpPr>
          <p:nvPr>
            <p:ph type="body" idx="5"/>
          </p:nvPr>
        </p:nvSpPr>
        <p:spPr>
          <a:xfrm>
            <a:off x="4845475" y="3927439"/>
            <a:ext cx="3382500" cy="5877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DM Sans"/>
              <a:buChar char="●"/>
              <a:defRPr sz="1000">
                <a:solidFill>
                  <a:schemeClr val="dk1"/>
                </a:solidFill>
              </a:defRPr>
            </a:lvl1pPr>
            <a:lvl2pPr marL="914400" lvl="1" indent="-292100">
              <a:spcBef>
                <a:spcPts val="800"/>
              </a:spcBef>
              <a:spcAft>
                <a:spcPts val="0"/>
              </a:spcAft>
              <a:buClr>
                <a:schemeClr val="dk1"/>
              </a:buClr>
              <a:buSzPts val="1000"/>
              <a:buFont typeface="DM Sans"/>
              <a:buChar char="○"/>
              <a:defRPr sz="1000">
                <a:solidFill>
                  <a:schemeClr val="dk1"/>
                </a:solidFill>
              </a:defRPr>
            </a:lvl2pPr>
            <a:lvl3pPr marL="1371600" lvl="2" indent="-292100">
              <a:spcBef>
                <a:spcPts val="800"/>
              </a:spcBef>
              <a:spcAft>
                <a:spcPts val="0"/>
              </a:spcAft>
              <a:buClr>
                <a:schemeClr val="dk1"/>
              </a:buClr>
              <a:buSzPts val="1000"/>
              <a:buFont typeface="DM Sans"/>
              <a:buChar char="■"/>
              <a:defRPr sz="1000">
                <a:solidFill>
                  <a:schemeClr val="dk1"/>
                </a:solidFill>
              </a:defRPr>
            </a:lvl3pPr>
            <a:lvl4pPr marL="1828800" lvl="3" indent="-292100">
              <a:spcBef>
                <a:spcPts val="800"/>
              </a:spcBef>
              <a:spcAft>
                <a:spcPts val="0"/>
              </a:spcAft>
              <a:buClr>
                <a:schemeClr val="dk1"/>
              </a:buClr>
              <a:buSzPts val="1000"/>
              <a:buFont typeface="DM Sans"/>
              <a:buChar char="●"/>
              <a:defRPr sz="1000">
                <a:solidFill>
                  <a:schemeClr val="dk1"/>
                </a:solidFill>
              </a:defRPr>
            </a:lvl4pPr>
            <a:lvl5pPr marL="2286000" lvl="4" indent="-292100">
              <a:spcBef>
                <a:spcPts val="800"/>
              </a:spcBef>
              <a:spcAft>
                <a:spcPts val="0"/>
              </a:spcAft>
              <a:buClr>
                <a:schemeClr val="dk1"/>
              </a:buClr>
              <a:buSzPts val="1000"/>
              <a:buFont typeface="DM Sans"/>
              <a:buChar char="○"/>
              <a:defRPr sz="1000">
                <a:solidFill>
                  <a:schemeClr val="dk1"/>
                </a:solidFill>
              </a:defRPr>
            </a:lvl5pPr>
            <a:lvl6pPr marL="2743200" lvl="5" indent="-292100">
              <a:spcBef>
                <a:spcPts val="800"/>
              </a:spcBef>
              <a:spcAft>
                <a:spcPts val="0"/>
              </a:spcAft>
              <a:buClr>
                <a:schemeClr val="dk1"/>
              </a:buClr>
              <a:buSzPts val="1000"/>
              <a:buFont typeface="DM Sans"/>
              <a:buChar char="■"/>
              <a:defRPr sz="1000">
                <a:solidFill>
                  <a:schemeClr val="dk1"/>
                </a:solidFill>
              </a:defRPr>
            </a:lvl6pPr>
            <a:lvl7pPr marL="3200400" lvl="6" indent="-292100">
              <a:spcBef>
                <a:spcPts val="800"/>
              </a:spcBef>
              <a:spcAft>
                <a:spcPts val="0"/>
              </a:spcAft>
              <a:buClr>
                <a:schemeClr val="dk1"/>
              </a:buClr>
              <a:buSzPts val="1000"/>
              <a:buFont typeface="DM Sans"/>
              <a:buChar char="●"/>
              <a:defRPr sz="1000">
                <a:solidFill>
                  <a:schemeClr val="dk1"/>
                </a:solidFill>
              </a:defRPr>
            </a:lvl7pPr>
            <a:lvl8pPr marL="3657600" lvl="7" indent="-292100">
              <a:spcBef>
                <a:spcPts val="800"/>
              </a:spcBef>
              <a:spcAft>
                <a:spcPts val="0"/>
              </a:spcAft>
              <a:buClr>
                <a:schemeClr val="dk1"/>
              </a:buClr>
              <a:buSzPts val="1000"/>
              <a:buFont typeface="DM Sans"/>
              <a:buChar char="○"/>
              <a:defRPr sz="1000">
                <a:solidFill>
                  <a:schemeClr val="dk1"/>
                </a:solidFill>
              </a:defRPr>
            </a:lvl8pPr>
            <a:lvl9pPr marL="4114800" lvl="8" indent="-292100">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99" name="Google Shape;99;p19"/>
          <p:cNvSpPr txBox="1">
            <a:spLocks noGrp="1"/>
          </p:cNvSpPr>
          <p:nvPr>
            <p:ph type="subTitle" idx="6"/>
          </p:nvPr>
        </p:nvSpPr>
        <p:spPr>
          <a:xfrm>
            <a:off x="4845475" y="3594791"/>
            <a:ext cx="3382500" cy="237600"/>
          </a:xfrm>
          <a:prstGeom prst="rect">
            <a:avLst/>
          </a:prstGeom>
        </p:spPr>
        <p:txBody>
          <a:bodyPr spcFirstLastPara="1" wrap="square" lIns="0" tIns="0" rIns="0" bIns="0" anchor="t" anchorCtr="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a:endParaRPr/>
          </a:p>
        </p:txBody>
      </p:sp>
      <p:sp>
        <p:nvSpPr>
          <p:cNvPr id="100" name="Google Shape;100;p19"/>
          <p:cNvSpPr txBox="1">
            <a:spLocks noGrp="1"/>
          </p:cNvSpPr>
          <p:nvPr>
            <p:ph type="body" idx="7"/>
          </p:nvPr>
        </p:nvSpPr>
        <p:spPr>
          <a:xfrm>
            <a:off x="4845475" y="2431037"/>
            <a:ext cx="3382500" cy="587700"/>
          </a:xfrm>
          <a:prstGeom prst="rect">
            <a:avLst/>
          </a:prstGeom>
        </p:spPr>
        <p:txBody>
          <a:bodyPr spcFirstLastPara="1" wrap="square" lIns="0" tIns="0" rIns="0" bIns="0" anchor="t" anchorCtr="0">
            <a:spAutoFit/>
          </a:bodyPr>
          <a:lstStyle>
            <a:lvl1pPr marL="457200" lvl="0" indent="-292100">
              <a:lnSpc>
                <a:spcPct val="100000"/>
              </a:lnSpc>
              <a:spcBef>
                <a:spcPts val="0"/>
              </a:spcBef>
              <a:spcAft>
                <a:spcPts val="0"/>
              </a:spcAft>
              <a:buClr>
                <a:schemeClr val="dk1"/>
              </a:buClr>
              <a:buSzPts val="1000"/>
              <a:buFont typeface="DM Sans"/>
              <a:buChar char="●"/>
              <a:defRPr sz="1000">
                <a:solidFill>
                  <a:schemeClr val="dk1"/>
                </a:solidFill>
              </a:defRPr>
            </a:lvl1pPr>
            <a:lvl2pPr marL="914400" lvl="1" indent="-292100">
              <a:lnSpc>
                <a:spcPct val="100000"/>
              </a:lnSpc>
              <a:spcBef>
                <a:spcPts val="800"/>
              </a:spcBef>
              <a:spcAft>
                <a:spcPts val="0"/>
              </a:spcAft>
              <a:buClr>
                <a:schemeClr val="dk1"/>
              </a:buClr>
              <a:buSzPts val="1000"/>
              <a:buFont typeface="DM Sans"/>
              <a:buChar char="○"/>
              <a:defRPr sz="1000">
                <a:solidFill>
                  <a:schemeClr val="dk1"/>
                </a:solidFill>
              </a:defRPr>
            </a:lvl2pPr>
            <a:lvl3pPr marL="1371600" lvl="2" indent="-292100">
              <a:lnSpc>
                <a:spcPct val="100000"/>
              </a:lnSpc>
              <a:spcBef>
                <a:spcPts val="800"/>
              </a:spcBef>
              <a:spcAft>
                <a:spcPts val="0"/>
              </a:spcAft>
              <a:buClr>
                <a:schemeClr val="dk1"/>
              </a:buClr>
              <a:buSzPts val="1000"/>
              <a:buFont typeface="DM Sans"/>
              <a:buChar char="■"/>
              <a:defRPr sz="1000">
                <a:solidFill>
                  <a:schemeClr val="dk1"/>
                </a:solidFill>
              </a:defRPr>
            </a:lvl3pPr>
            <a:lvl4pPr marL="1828800" lvl="3" indent="-292100">
              <a:lnSpc>
                <a:spcPct val="100000"/>
              </a:lnSpc>
              <a:spcBef>
                <a:spcPts val="800"/>
              </a:spcBef>
              <a:spcAft>
                <a:spcPts val="0"/>
              </a:spcAft>
              <a:buClr>
                <a:schemeClr val="dk1"/>
              </a:buClr>
              <a:buSzPts val="1000"/>
              <a:buFont typeface="DM Sans"/>
              <a:buChar char="●"/>
              <a:defRPr sz="1000">
                <a:solidFill>
                  <a:schemeClr val="dk1"/>
                </a:solidFill>
              </a:defRPr>
            </a:lvl4pPr>
            <a:lvl5pPr marL="2286000" lvl="4" indent="-292100">
              <a:lnSpc>
                <a:spcPct val="100000"/>
              </a:lnSpc>
              <a:spcBef>
                <a:spcPts val="800"/>
              </a:spcBef>
              <a:spcAft>
                <a:spcPts val="0"/>
              </a:spcAft>
              <a:buClr>
                <a:schemeClr val="dk1"/>
              </a:buClr>
              <a:buSzPts val="1000"/>
              <a:buFont typeface="DM Sans"/>
              <a:buChar char="○"/>
              <a:defRPr sz="1000">
                <a:solidFill>
                  <a:schemeClr val="dk1"/>
                </a:solidFill>
              </a:defRPr>
            </a:lvl5pPr>
            <a:lvl6pPr marL="2743200" lvl="5" indent="-292100">
              <a:lnSpc>
                <a:spcPct val="100000"/>
              </a:lnSpc>
              <a:spcBef>
                <a:spcPts val="800"/>
              </a:spcBef>
              <a:spcAft>
                <a:spcPts val="0"/>
              </a:spcAft>
              <a:buClr>
                <a:schemeClr val="dk1"/>
              </a:buClr>
              <a:buSzPts val="1000"/>
              <a:buFont typeface="DM Sans"/>
              <a:buChar char="■"/>
              <a:defRPr sz="1000">
                <a:solidFill>
                  <a:schemeClr val="dk1"/>
                </a:solidFill>
              </a:defRPr>
            </a:lvl6pPr>
            <a:lvl7pPr marL="3200400" lvl="6" indent="-292100">
              <a:lnSpc>
                <a:spcPct val="100000"/>
              </a:lnSpc>
              <a:spcBef>
                <a:spcPts val="800"/>
              </a:spcBef>
              <a:spcAft>
                <a:spcPts val="0"/>
              </a:spcAft>
              <a:buClr>
                <a:schemeClr val="dk1"/>
              </a:buClr>
              <a:buSzPts val="1000"/>
              <a:buFont typeface="DM Sans"/>
              <a:buChar char="●"/>
              <a:defRPr sz="1000">
                <a:solidFill>
                  <a:schemeClr val="dk1"/>
                </a:solidFill>
              </a:defRPr>
            </a:lvl7pPr>
            <a:lvl8pPr marL="3657600" lvl="7" indent="-292100">
              <a:lnSpc>
                <a:spcPct val="100000"/>
              </a:lnSpc>
              <a:spcBef>
                <a:spcPts val="800"/>
              </a:spcBef>
              <a:spcAft>
                <a:spcPts val="0"/>
              </a:spcAft>
              <a:buClr>
                <a:schemeClr val="dk1"/>
              </a:buClr>
              <a:buSzPts val="1000"/>
              <a:buFont typeface="DM Sans"/>
              <a:buChar char="○"/>
              <a:defRPr sz="1000">
                <a:solidFill>
                  <a:schemeClr val="dk1"/>
                </a:solidFill>
              </a:defRPr>
            </a:lvl8pPr>
            <a:lvl9pPr marL="4114800" lvl="8" indent="-292100">
              <a:lnSpc>
                <a:spcPct val="100000"/>
              </a:lnSpc>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101" name="Google Shape;101;p19"/>
          <p:cNvSpPr txBox="1">
            <a:spLocks noGrp="1"/>
          </p:cNvSpPr>
          <p:nvPr>
            <p:ph type="subTitle" idx="8"/>
          </p:nvPr>
        </p:nvSpPr>
        <p:spPr>
          <a:xfrm>
            <a:off x="4845475" y="2098390"/>
            <a:ext cx="3382500" cy="237600"/>
          </a:xfrm>
          <a:prstGeom prst="rect">
            <a:avLst/>
          </a:prstGeom>
        </p:spPr>
        <p:txBody>
          <a:bodyPr spcFirstLastPara="1" wrap="square" lIns="0" tIns="0" rIns="0" bIns="0" anchor="t" anchorCtr="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a:endParaRPr/>
          </a:p>
        </p:txBody>
      </p:sp>
      <p:sp>
        <p:nvSpPr>
          <p:cNvPr id="102" name="Google Shape;102;p19"/>
          <p:cNvSpPr txBox="1">
            <a:spLocks noGrp="1"/>
          </p:cNvSpPr>
          <p:nvPr>
            <p:ph type="body" idx="9"/>
          </p:nvPr>
        </p:nvSpPr>
        <p:spPr>
          <a:xfrm>
            <a:off x="356100" y="3243900"/>
            <a:ext cx="2798700" cy="1334400"/>
          </a:xfrm>
          <a:prstGeom prst="rect">
            <a:avLst/>
          </a:prstGeom>
        </p:spPr>
        <p:txBody>
          <a:bodyPr spcFirstLastPara="1" wrap="square" lIns="0" tIns="0" rIns="0" bIns="0" anchor="b" anchorCtr="0">
            <a:noAutofit/>
          </a:bodyPr>
          <a:lstStyle>
            <a:lvl1pPr marL="457200" lvl="0"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marL="914400" lvl="1"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marL="1371600" lvl="2"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marL="1828800" lvl="3"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marL="2286000" lvl="4"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marL="2743200" lvl="5"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marL="3200400" lvl="6"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marL="3657600" lvl="7"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marL="4114800" lvl="8" indent="-2921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ree big ideas - Horizontal - Dark">
  <p:cSld name="BLANK_1_1_1_1_1_1_1_1_1_1_1_1_1_1_2_1">
    <p:bg>
      <p:bgPr>
        <a:solidFill>
          <a:schemeClr val="lt1"/>
        </a:solidFill>
        <a:effectLst/>
      </p:bgPr>
    </p:bg>
    <p:spTree>
      <p:nvGrpSpPr>
        <p:cNvPr id="1" name="Shape 103"/>
        <p:cNvGrpSpPr/>
        <p:nvPr/>
      </p:nvGrpSpPr>
      <p:grpSpPr>
        <a:xfrm>
          <a:off x="0" y="0"/>
          <a:ext cx="0" cy="0"/>
          <a:chOff x="0" y="0"/>
          <a:chExt cx="0" cy="0"/>
        </a:xfrm>
      </p:grpSpPr>
      <p:sp>
        <p:nvSpPr>
          <p:cNvPr id="104" name="Google Shape;104;p20"/>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105" name="Google Shape;105;p20"/>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06" name="Google Shape;106;p20"/>
          <p:cNvSpPr txBox="1">
            <a:spLocks noGrp="1"/>
          </p:cNvSpPr>
          <p:nvPr>
            <p:ph type="body" idx="2"/>
          </p:nvPr>
        </p:nvSpPr>
        <p:spPr>
          <a:xfrm>
            <a:off x="4845475" y="1361028"/>
            <a:ext cx="3382500" cy="4314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lt1"/>
              </a:buClr>
              <a:buSzPts val="1000"/>
              <a:buFont typeface="DM Sans"/>
              <a:buChar char="●"/>
              <a:defRPr sz="1000"/>
            </a:lvl1pPr>
            <a:lvl2pPr marL="914400" lvl="1" indent="-292100">
              <a:spcBef>
                <a:spcPts val="800"/>
              </a:spcBef>
              <a:spcAft>
                <a:spcPts val="0"/>
              </a:spcAft>
              <a:buClr>
                <a:schemeClr val="lt1"/>
              </a:buClr>
              <a:buSzPts val="1000"/>
              <a:buFont typeface="DM Sans"/>
              <a:buChar char="○"/>
              <a:defRPr sz="1000"/>
            </a:lvl2pPr>
            <a:lvl3pPr marL="1371600" lvl="2" indent="-292100">
              <a:spcBef>
                <a:spcPts val="800"/>
              </a:spcBef>
              <a:spcAft>
                <a:spcPts val="0"/>
              </a:spcAft>
              <a:buClr>
                <a:schemeClr val="lt1"/>
              </a:buClr>
              <a:buSzPts val="1000"/>
              <a:buFont typeface="DM Sans"/>
              <a:buChar char="■"/>
              <a:defRPr sz="1000"/>
            </a:lvl3pPr>
            <a:lvl4pPr marL="1828800" lvl="3" indent="-292100">
              <a:spcBef>
                <a:spcPts val="800"/>
              </a:spcBef>
              <a:spcAft>
                <a:spcPts val="0"/>
              </a:spcAft>
              <a:buClr>
                <a:schemeClr val="lt1"/>
              </a:buClr>
              <a:buSzPts val="1000"/>
              <a:buFont typeface="DM Sans"/>
              <a:buChar char="●"/>
              <a:defRPr sz="1000"/>
            </a:lvl4pPr>
            <a:lvl5pPr marL="2286000" lvl="4" indent="-292100">
              <a:spcBef>
                <a:spcPts val="800"/>
              </a:spcBef>
              <a:spcAft>
                <a:spcPts val="0"/>
              </a:spcAft>
              <a:buClr>
                <a:schemeClr val="lt1"/>
              </a:buClr>
              <a:buSzPts val="1000"/>
              <a:buFont typeface="DM Sans"/>
              <a:buChar char="○"/>
              <a:defRPr sz="1000"/>
            </a:lvl5pPr>
            <a:lvl6pPr marL="2743200" lvl="5" indent="-292100">
              <a:spcBef>
                <a:spcPts val="800"/>
              </a:spcBef>
              <a:spcAft>
                <a:spcPts val="0"/>
              </a:spcAft>
              <a:buClr>
                <a:schemeClr val="lt1"/>
              </a:buClr>
              <a:buSzPts val="1000"/>
              <a:buFont typeface="DM Sans"/>
              <a:buChar char="■"/>
              <a:defRPr sz="1000"/>
            </a:lvl6pPr>
            <a:lvl7pPr marL="3200400" lvl="6" indent="-292100">
              <a:spcBef>
                <a:spcPts val="800"/>
              </a:spcBef>
              <a:spcAft>
                <a:spcPts val="0"/>
              </a:spcAft>
              <a:buClr>
                <a:schemeClr val="lt1"/>
              </a:buClr>
              <a:buSzPts val="1000"/>
              <a:buFont typeface="DM Sans"/>
              <a:buChar char="●"/>
              <a:defRPr sz="1000"/>
            </a:lvl7pPr>
            <a:lvl8pPr marL="3657600" lvl="7" indent="-292100">
              <a:spcBef>
                <a:spcPts val="800"/>
              </a:spcBef>
              <a:spcAft>
                <a:spcPts val="0"/>
              </a:spcAft>
              <a:buClr>
                <a:schemeClr val="lt1"/>
              </a:buClr>
              <a:buSzPts val="1000"/>
              <a:buFont typeface="DM Sans"/>
              <a:buChar char="○"/>
              <a:defRPr sz="1000"/>
            </a:lvl8pPr>
            <a:lvl9pPr marL="4114800" lvl="8" indent="-292100">
              <a:spcBef>
                <a:spcPts val="800"/>
              </a:spcBef>
              <a:spcAft>
                <a:spcPts val="800"/>
              </a:spcAft>
              <a:buClr>
                <a:schemeClr val="lt1"/>
              </a:buClr>
              <a:buSzPts val="1000"/>
              <a:buFont typeface="DM Sans"/>
              <a:buChar char="■"/>
              <a:defRPr sz="1000"/>
            </a:lvl9pPr>
          </a:lstStyle>
          <a:p>
            <a:endParaRPr/>
          </a:p>
        </p:txBody>
      </p:sp>
      <p:sp>
        <p:nvSpPr>
          <p:cNvPr id="107" name="Google Shape;107;p20"/>
          <p:cNvSpPr txBox="1">
            <a:spLocks noGrp="1"/>
          </p:cNvSpPr>
          <p:nvPr>
            <p:ph type="subTitle" idx="3"/>
          </p:nvPr>
        </p:nvSpPr>
        <p:spPr>
          <a:xfrm>
            <a:off x="4845475" y="1028377"/>
            <a:ext cx="3382500" cy="237600"/>
          </a:xfrm>
          <a:prstGeom prst="rect">
            <a:avLst/>
          </a:prstGeom>
        </p:spPr>
        <p:txBody>
          <a:bodyPr spcFirstLastPara="1" wrap="square" lIns="0" tIns="0" rIns="0" bIns="0" anchor="t" anchorCtr="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a:endParaRPr/>
          </a:p>
        </p:txBody>
      </p:sp>
      <p:sp>
        <p:nvSpPr>
          <p:cNvPr id="108" name="Google Shape;108;p20"/>
          <p:cNvSpPr txBox="1">
            <a:spLocks noGrp="1"/>
          </p:cNvSpPr>
          <p:nvPr>
            <p:ph type="body" idx="4"/>
          </p:nvPr>
        </p:nvSpPr>
        <p:spPr>
          <a:xfrm>
            <a:off x="4845475" y="2595865"/>
            <a:ext cx="3382500" cy="4314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Font typeface="DM Sans"/>
              <a:buChar char="●"/>
              <a:defRPr sz="1000">
                <a:solidFill>
                  <a:schemeClr val="dk1"/>
                </a:solidFill>
              </a:defRPr>
            </a:lvl1pPr>
            <a:lvl2pPr marL="914400" lvl="1" indent="-292100">
              <a:spcBef>
                <a:spcPts val="800"/>
              </a:spcBef>
              <a:spcAft>
                <a:spcPts val="0"/>
              </a:spcAft>
              <a:buClr>
                <a:schemeClr val="dk1"/>
              </a:buClr>
              <a:buSzPts val="1000"/>
              <a:buFont typeface="DM Sans"/>
              <a:buChar char="○"/>
              <a:defRPr sz="1000">
                <a:solidFill>
                  <a:schemeClr val="dk1"/>
                </a:solidFill>
              </a:defRPr>
            </a:lvl2pPr>
            <a:lvl3pPr marL="1371600" lvl="2" indent="-292100">
              <a:spcBef>
                <a:spcPts val="800"/>
              </a:spcBef>
              <a:spcAft>
                <a:spcPts val="0"/>
              </a:spcAft>
              <a:buClr>
                <a:schemeClr val="dk1"/>
              </a:buClr>
              <a:buSzPts val="1000"/>
              <a:buFont typeface="DM Sans"/>
              <a:buChar char="■"/>
              <a:defRPr sz="1000">
                <a:solidFill>
                  <a:schemeClr val="dk1"/>
                </a:solidFill>
              </a:defRPr>
            </a:lvl3pPr>
            <a:lvl4pPr marL="1828800" lvl="3" indent="-292100">
              <a:spcBef>
                <a:spcPts val="800"/>
              </a:spcBef>
              <a:spcAft>
                <a:spcPts val="0"/>
              </a:spcAft>
              <a:buClr>
                <a:schemeClr val="dk1"/>
              </a:buClr>
              <a:buSzPts val="1000"/>
              <a:buFont typeface="DM Sans"/>
              <a:buChar char="●"/>
              <a:defRPr sz="1000">
                <a:solidFill>
                  <a:schemeClr val="dk1"/>
                </a:solidFill>
              </a:defRPr>
            </a:lvl4pPr>
            <a:lvl5pPr marL="2286000" lvl="4" indent="-292100">
              <a:spcBef>
                <a:spcPts val="800"/>
              </a:spcBef>
              <a:spcAft>
                <a:spcPts val="0"/>
              </a:spcAft>
              <a:buClr>
                <a:schemeClr val="dk1"/>
              </a:buClr>
              <a:buSzPts val="1000"/>
              <a:buFont typeface="DM Sans"/>
              <a:buChar char="○"/>
              <a:defRPr sz="1000">
                <a:solidFill>
                  <a:schemeClr val="dk1"/>
                </a:solidFill>
              </a:defRPr>
            </a:lvl5pPr>
            <a:lvl6pPr marL="2743200" lvl="5" indent="-292100">
              <a:spcBef>
                <a:spcPts val="800"/>
              </a:spcBef>
              <a:spcAft>
                <a:spcPts val="0"/>
              </a:spcAft>
              <a:buClr>
                <a:schemeClr val="dk1"/>
              </a:buClr>
              <a:buSzPts val="1000"/>
              <a:buFont typeface="DM Sans"/>
              <a:buChar char="■"/>
              <a:defRPr sz="1000">
                <a:solidFill>
                  <a:schemeClr val="dk1"/>
                </a:solidFill>
              </a:defRPr>
            </a:lvl6pPr>
            <a:lvl7pPr marL="3200400" lvl="6" indent="-292100">
              <a:spcBef>
                <a:spcPts val="800"/>
              </a:spcBef>
              <a:spcAft>
                <a:spcPts val="0"/>
              </a:spcAft>
              <a:buClr>
                <a:schemeClr val="dk1"/>
              </a:buClr>
              <a:buSzPts val="1000"/>
              <a:buFont typeface="DM Sans"/>
              <a:buChar char="●"/>
              <a:defRPr sz="1000">
                <a:solidFill>
                  <a:schemeClr val="dk1"/>
                </a:solidFill>
              </a:defRPr>
            </a:lvl7pPr>
            <a:lvl8pPr marL="3657600" lvl="7" indent="-292100">
              <a:spcBef>
                <a:spcPts val="800"/>
              </a:spcBef>
              <a:spcAft>
                <a:spcPts val="0"/>
              </a:spcAft>
              <a:buClr>
                <a:schemeClr val="dk1"/>
              </a:buClr>
              <a:buSzPts val="1000"/>
              <a:buFont typeface="DM Sans"/>
              <a:buChar char="○"/>
              <a:defRPr sz="1000">
                <a:solidFill>
                  <a:schemeClr val="dk1"/>
                </a:solidFill>
              </a:defRPr>
            </a:lvl8pPr>
            <a:lvl9pPr marL="4114800" lvl="8" indent="-292100">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109" name="Google Shape;109;p20"/>
          <p:cNvSpPr txBox="1">
            <a:spLocks noGrp="1"/>
          </p:cNvSpPr>
          <p:nvPr>
            <p:ph type="subTitle" idx="5"/>
          </p:nvPr>
        </p:nvSpPr>
        <p:spPr>
          <a:xfrm>
            <a:off x="4845475" y="2263215"/>
            <a:ext cx="3382500" cy="237600"/>
          </a:xfrm>
          <a:prstGeom prst="rect">
            <a:avLst/>
          </a:prstGeom>
        </p:spPr>
        <p:txBody>
          <a:bodyPr spcFirstLastPara="1" wrap="square" lIns="0" tIns="0" rIns="0" bIns="0" anchor="t" anchorCtr="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a:endParaRPr/>
          </a:p>
        </p:txBody>
      </p:sp>
      <p:sp>
        <p:nvSpPr>
          <p:cNvPr id="110" name="Google Shape;110;p20"/>
          <p:cNvSpPr txBox="1">
            <a:spLocks noGrp="1"/>
          </p:cNvSpPr>
          <p:nvPr>
            <p:ph type="body" idx="6"/>
          </p:nvPr>
        </p:nvSpPr>
        <p:spPr>
          <a:xfrm>
            <a:off x="4845475" y="3870078"/>
            <a:ext cx="3382500" cy="431400"/>
          </a:xfrm>
          <a:prstGeom prst="rect">
            <a:avLst/>
          </a:prstGeom>
        </p:spPr>
        <p:txBody>
          <a:bodyPr spcFirstLastPara="1" wrap="square" lIns="0" tIns="0" rIns="0" bIns="0" anchor="t" anchorCtr="0">
            <a:spAutoFit/>
          </a:bodyPr>
          <a:lstStyle>
            <a:lvl1pPr marL="457200" lvl="0" indent="-292100">
              <a:lnSpc>
                <a:spcPct val="100000"/>
              </a:lnSpc>
              <a:spcBef>
                <a:spcPts val="0"/>
              </a:spcBef>
              <a:spcAft>
                <a:spcPts val="0"/>
              </a:spcAft>
              <a:buSzPts val="1000"/>
              <a:buFont typeface="DM Sans"/>
              <a:buChar char="●"/>
              <a:defRPr sz="1000"/>
            </a:lvl1pPr>
            <a:lvl2pPr marL="914400" lvl="1" indent="-292100">
              <a:lnSpc>
                <a:spcPct val="100000"/>
              </a:lnSpc>
              <a:spcBef>
                <a:spcPts val="800"/>
              </a:spcBef>
              <a:spcAft>
                <a:spcPts val="0"/>
              </a:spcAft>
              <a:buSzPts val="1000"/>
              <a:buFont typeface="DM Sans"/>
              <a:buChar char="○"/>
              <a:defRPr sz="1000"/>
            </a:lvl2pPr>
            <a:lvl3pPr marL="1371600" lvl="2" indent="-292100">
              <a:lnSpc>
                <a:spcPct val="100000"/>
              </a:lnSpc>
              <a:spcBef>
                <a:spcPts val="800"/>
              </a:spcBef>
              <a:spcAft>
                <a:spcPts val="0"/>
              </a:spcAft>
              <a:buSzPts val="1000"/>
              <a:buFont typeface="DM Sans"/>
              <a:buChar char="■"/>
              <a:defRPr sz="1000"/>
            </a:lvl3pPr>
            <a:lvl4pPr marL="1828800" lvl="3" indent="-292100">
              <a:lnSpc>
                <a:spcPct val="100000"/>
              </a:lnSpc>
              <a:spcBef>
                <a:spcPts val="800"/>
              </a:spcBef>
              <a:spcAft>
                <a:spcPts val="0"/>
              </a:spcAft>
              <a:buSzPts val="1000"/>
              <a:buFont typeface="DM Sans"/>
              <a:buChar char="●"/>
              <a:defRPr sz="1000"/>
            </a:lvl4pPr>
            <a:lvl5pPr marL="2286000" lvl="4" indent="-292100">
              <a:lnSpc>
                <a:spcPct val="100000"/>
              </a:lnSpc>
              <a:spcBef>
                <a:spcPts val="800"/>
              </a:spcBef>
              <a:spcAft>
                <a:spcPts val="0"/>
              </a:spcAft>
              <a:buSzPts val="1000"/>
              <a:buFont typeface="DM Sans"/>
              <a:buChar char="○"/>
              <a:defRPr sz="1000"/>
            </a:lvl5pPr>
            <a:lvl6pPr marL="2743200" lvl="5" indent="-292100">
              <a:lnSpc>
                <a:spcPct val="100000"/>
              </a:lnSpc>
              <a:spcBef>
                <a:spcPts val="800"/>
              </a:spcBef>
              <a:spcAft>
                <a:spcPts val="0"/>
              </a:spcAft>
              <a:buSzPts val="1000"/>
              <a:buFont typeface="DM Sans"/>
              <a:buChar char="■"/>
              <a:defRPr sz="1000"/>
            </a:lvl6pPr>
            <a:lvl7pPr marL="3200400" lvl="6" indent="-292100">
              <a:lnSpc>
                <a:spcPct val="100000"/>
              </a:lnSpc>
              <a:spcBef>
                <a:spcPts val="800"/>
              </a:spcBef>
              <a:spcAft>
                <a:spcPts val="0"/>
              </a:spcAft>
              <a:buSzPts val="1000"/>
              <a:buFont typeface="DM Sans"/>
              <a:buChar char="●"/>
              <a:defRPr sz="1000"/>
            </a:lvl7pPr>
            <a:lvl8pPr marL="3657600" lvl="7" indent="-292100">
              <a:lnSpc>
                <a:spcPct val="100000"/>
              </a:lnSpc>
              <a:spcBef>
                <a:spcPts val="800"/>
              </a:spcBef>
              <a:spcAft>
                <a:spcPts val="0"/>
              </a:spcAft>
              <a:buSzPts val="1000"/>
              <a:buFont typeface="DM Sans"/>
              <a:buChar char="○"/>
              <a:defRPr sz="1000"/>
            </a:lvl8pPr>
            <a:lvl9pPr marL="4114800" lvl="8" indent="-292100">
              <a:lnSpc>
                <a:spcPct val="100000"/>
              </a:lnSpc>
              <a:spcBef>
                <a:spcPts val="800"/>
              </a:spcBef>
              <a:spcAft>
                <a:spcPts val="800"/>
              </a:spcAft>
              <a:buSzPts val="1000"/>
              <a:buFont typeface="DM Sans"/>
              <a:buChar char="■"/>
              <a:defRPr sz="1000"/>
            </a:lvl9pPr>
          </a:lstStyle>
          <a:p>
            <a:endParaRPr/>
          </a:p>
        </p:txBody>
      </p:sp>
      <p:sp>
        <p:nvSpPr>
          <p:cNvPr id="111" name="Google Shape;111;p20"/>
          <p:cNvSpPr txBox="1">
            <a:spLocks noGrp="1"/>
          </p:cNvSpPr>
          <p:nvPr>
            <p:ph type="subTitle" idx="7"/>
          </p:nvPr>
        </p:nvSpPr>
        <p:spPr>
          <a:xfrm>
            <a:off x="4845475" y="3537427"/>
            <a:ext cx="3382500" cy="237600"/>
          </a:xfrm>
          <a:prstGeom prst="rect">
            <a:avLst/>
          </a:prstGeom>
        </p:spPr>
        <p:txBody>
          <a:bodyPr spcFirstLastPara="1" wrap="square" lIns="0" tIns="0" rIns="0" bIns="0" anchor="t" anchorCtr="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a:endParaRPr/>
          </a:p>
        </p:txBody>
      </p:sp>
      <p:sp>
        <p:nvSpPr>
          <p:cNvPr id="112" name="Google Shape;112;p20"/>
          <p:cNvSpPr txBox="1">
            <a:spLocks noGrp="1"/>
          </p:cNvSpPr>
          <p:nvPr>
            <p:ph type="title"/>
          </p:nvPr>
        </p:nvSpPr>
        <p:spPr>
          <a:xfrm>
            <a:off x="361975" y="988555"/>
            <a:ext cx="38601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a:endParaRPr/>
          </a:p>
        </p:txBody>
      </p:sp>
      <p:sp>
        <p:nvSpPr>
          <p:cNvPr id="113" name="Google Shape;113;p20"/>
          <p:cNvSpPr txBox="1">
            <a:spLocks noGrp="1"/>
          </p:cNvSpPr>
          <p:nvPr>
            <p:ph type="subTitle" idx="8"/>
          </p:nvPr>
        </p:nvSpPr>
        <p:spPr>
          <a:xfrm>
            <a:off x="361975" y="732775"/>
            <a:ext cx="3860100" cy="138600"/>
          </a:xfrm>
          <a:prstGeom prst="rect">
            <a:avLst/>
          </a:prstGeom>
        </p:spPr>
        <p:txBody>
          <a:bodyPr spcFirstLastPara="1" wrap="square" lIns="0" tIns="0" rIns="0" bIns="0" anchor="b" anchorCtr="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ustom four big ideas">
  <p:cSld name="BLANK_1_1_1_1_1_1_1_1_1_1_1_1_1_1_1">
    <p:bg>
      <p:bgPr>
        <a:solidFill>
          <a:schemeClr val="lt1"/>
        </a:solidFill>
        <a:effectLst/>
      </p:bgPr>
    </p:bg>
    <p:spTree>
      <p:nvGrpSpPr>
        <p:cNvPr id="1" name="Shape 114"/>
        <p:cNvGrpSpPr/>
        <p:nvPr/>
      </p:nvGrpSpPr>
      <p:grpSpPr>
        <a:xfrm>
          <a:off x="0" y="0"/>
          <a:ext cx="0" cy="0"/>
          <a:chOff x="0" y="0"/>
          <a:chExt cx="0" cy="0"/>
        </a:xfrm>
      </p:grpSpPr>
      <p:sp>
        <p:nvSpPr>
          <p:cNvPr id="115" name="Google Shape;115;p21"/>
          <p:cNvSpPr txBox="1">
            <a:spLocks noGrp="1"/>
          </p:cNvSpPr>
          <p:nvPr>
            <p:ph type="body" idx="1"/>
          </p:nvPr>
        </p:nvSpPr>
        <p:spPr>
          <a:xfrm>
            <a:off x="2610420" y="2943375"/>
            <a:ext cx="1645800" cy="1608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DM Sans"/>
              <a:buChar char="●"/>
              <a:defRPr sz="1000"/>
            </a:lvl1pPr>
            <a:lvl2pPr marL="914400" lvl="1" indent="-292100">
              <a:spcBef>
                <a:spcPts val="800"/>
              </a:spcBef>
              <a:spcAft>
                <a:spcPts val="0"/>
              </a:spcAft>
              <a:buClr>
                <a:schemeClr val="lt1"/>
              </a:buClr>
              <a:buSzPts val="1000"/>
              <a:buFont typeface="DM Sans"/>
              <a:buChar char="○"/>
              <a:defRPr sz="1000"/>
            </a:lvl2pPr>
            <a:lvl3pPr marL="1371600" lvl="2" indent="-292100">
              <a:spcBef>
                <a:spcPts val="800"/>
              </a:spcBef>
              <a:spcAft>
                <a:spcPts val="0"/>
              </a:spcAft>
              <a:buClr>
                <a:schemeClr val="lt1"/>
              </a:buClr>
              <a:buSzPts val="1000"/>
              <a:buFont typeface="DM Sans"/>
              <a:buChar char="■"/>
              <a:defRPr sz="1000"/>
            </a:lvl3pPr>
            <a:lvl4pPr marL="1828800" lvl="3" indent="-292100">
              <a:spcBef>
                <a:spcPts val="800"/>
              </a:spcBef>
              <a:spcAft>
                <a:spcPts val="0"/>
              </a:spcAft>
              <a:buClr>
                <a:schemeClr val="lt1"/>
              </a:buClr>
              <a:buSzPts val="1000"/>
              <a:buFont typeface="DM Sans"/>
              <a:buChar char="●"/>
              <a:defRPr sz="1000"/>
            </a:lvl4pPr>
            <a:lvl5pPr marL="2286000" lvl="4" indent="-292100">
              <a:spcBef>
                <a:spcPts val="800"/>
              </a:spcBef>
              <a:spcAft>
                <a:spcPts val="0"/>
              </a:spcAft>
              <a:buClr>
                <a:schemeClr val="lt1"/>
              </a:buClr>
              <a:buSzPts val="1000"/>
              <a:buFont typeface="DM Sans"/>
              <a:buChar char="○"/>
              <a:defRPr sz="1000"/>
            </a:lvl5pPr>
            <a:lvl6pPr marL="2743200" lvl="5" indent="-292100">
              <a:spcBef>
                <a:spcPts val="800"/>
              </a:spcBef>
              <a:spcAft>
                <a:spcPts val="0"/>
              </a:spcAft>
              <a:buClr>
                <a:schemeClr val="lt1"/>
              </a:buClr>
              <a:buSzPts val="1000"/>
              <a:buFont typeface="DM Sans"/>
              <a:buChar char="■"/>
              <a:defRPr sz="1000"/>
            </a:lvl6pPr>
            <a:lvl7pPr marL="3200400" lvl="6" indent="-292100">
              <a:spcBef>
                <a:spcPts val="800"/>
              </a:spcBef>
              <a:spcAft>
                <a:spcPts val="0"/>
              </a:spcAft>
              <a:buClr>
                <a:schemeClr val="lt1"/>
              </a:buClr>
              <a:buSzPts val="1000"/>
              <a:buFont typeface="DM Sans"/>
              <a:buChar char="●"/>
              <a:defRPr sz="1000"/>
            </a:lvl7pPr>
            <a:lvl8pPr marL="3657600" lvl="7" indent="-292100">
              <a:spcBef>
                <a:spcPts val="800"/>
              </a:spcBef>
              <a:spcAft>
                <a:spcPts val="0"/>
              </a:spcAft>
              <a:buClr>
                <a:schemeClr val="lt1"/>
              </a:buClr>
              <a:buSzPts val="1000"/>
              <a:buFont typeface="DM Sans"/>
              <a:buChar char="○"/>
              <a:defRPr sz="1000"/>
            </a:lvl8pPr>
            <a:lvl9pPr marL="4114800" lvl="8" indent="-292100">
              <a:spcBef>
                <a:spcPts val="800"/>
              </a:spcBef>
              <a:spcAft>
                <a:spcPts val="800"/>
              </a:spcAft>
              <a:buClr>
                <a:schemeClr val="lt1"/>
              </a:buClr>
              <a:buSzPts val="1000"/>
              <a:buFont typeface="DM Sans"/>
              <a:buChar char="■"/>
              <a:defRPr sz="1000"/>
            </a:lvl9pPr>
          </a:lstStyle>
          <a:p>
            <a:endParaRPr/>
          </a:p>
        </p:txBody>
      </p:sp>
      <p:sp>
        <p:nvSpPr>
          <p:cNvPr id="116" name="Google Shape;116;p21"/>
          <p:cNvSpPr txBox="1">
            <a:spLocks noGrp="1"/>
          </p:cNvSpPr>
          <p:nvPr>
            <p:ph type="subTitle" idx="2"/>
          </p:nvPr>
        </p:nvSpPr>
        <p:spPr>
          <a:xfrm>
            <a:off x="2610418" y="2169054"/>
            <a:ext cx="1645800" cy="4527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a:endParaRPr/>
          </a:p>
        </p:txBody>
      </p:sp>
      <p:sp>
        <p:nvSpPr>
          <p:cNvPr id="117" name="Google Shape;117;p21"/>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118" name="Google Shape;118;p21"/>
          <p:cNvSpPr txBox="1">
            <a:spLocks noGrp="1"/>
          </p:cNvSpPr>
          <p:nvPr>
            <p:ph type="subTitle" idx="3"/>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19" name="Google Shape;119;p21"/>
          <p:cNvSpPr txBox="1">
            <a:spLocks noGrp="1"/>
          </p:cNvSpPr>
          <p:nvPr>
            <p:ph type="body" idx="4"/>
          </p:nvPr>
        </p:nvSpPr>
        <p:spPr>
          <a:xfrm>
            <a:off x="4889772" y="2943375"/>
            <a:ext cx="1645800" cy="16080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Clr>
                <a:schemeClr val="dk1"/>
              </a:buClr>
              <a:buSzPts val="1000"/>
              <a:buFont typeface="DM Sans"/>
              <a:buChar char="●"/>
              <a:defRPr sz="1000">
                <a:solidFill>
                  <a:schemeClr val="dk1"/>
                </a:solidFill>
              </a:defRPr>
            </a:lvl1pPr>
            <a:lvl2pPr marL="914400" lvl="1" indent="-292100">
              <a:lnSpc>
                <a:spcPct val="100000"/>
              </a:lnSpc>
              <a:spcBef>
                <a:spcPts val="800"/>
              </a:spcBef>
              <a:spcAft>
                <a:spcPts val="0"/>
              </a:spcAft>
              <a:buClr>
                <a:schemeClr val="dk1"/>
              </a:buClr>
              <a:buSzPts val="1000"/>
              <a:buFont typeface="DM Sans"/>
              <a:buChar char="○"/>
              <a:defRPr sz="1000">
                <a:solidFill>
                  <a:schemeClr val="dk1"/>
                </a:solidFill>
              </a:defRPr>
            </a:lvl2pPr>
            <a:lvl3pPr marL="1371600" lvl="2" indent="-292100">
              <a:lnSpc>
                <a:spcPct val="100000"/>
              </a:lnSpc>
              <a:spcBef>
                <a:spcPts val="800"/>
              </a:spcBef>
              <a:spcAft>
                <a:spcPts val="0"/>
              </a:spcAft>
              <a:buClr>
                <a:schemeClr val="dk1"/>
              </a:buClr>
              <a:buSzPts val="1000"/>
              <a:buFont typeface="DM Sans"/>
              <a:buChar char="■"/>
              <a:defRPr sz="1000">
                <a:solidFill>
                  <a:schemeClr val="dk1"/>
                </a:solidFill>
              </a:defRPr>
            </a:lvl3pPr>
            <a:lvl4pPr marL="1828800" lvl="3" indent="-292100">
              <a:lnSpc>
                <a:spcPct val="100000"/>
              </a:lnSpc>
              <a:spcBef>
                <a:spcPts val="800"/>
              </a:spcBef>
              <a:spcAft>
                <a:spcPts val="0"/>
              </a:spcAft>
              <a:buClr>
                <a:schemeClr val="dk1"/>
              </a:buClr>
              <a:buSzPts val="1000"/>
              <a:buFont typeface="DM Sans"/>
              <a:buChar char="●"/>
              <a:defRPr sz="1000">
                <a:solidFill>
                  <a:schemeClr val="dk1"/>
                </a:solidFill>
              </a:defRPr>
            </a:lvl4pPr>
            <a:lvl5pPr marL="2286000" lvl="4" indent="-292100">
              <a:lnSpc>
                <a:spcPct val="100000"/>
              </a:lnSpc>
              <a:spcBef>
                <a:spcPts val="800"/>
              </a:spcBef>
              <a:spcAft>
                <a:spcPts val="0"/>
              </a:spcAft>
              <a:buClr>
                <a:schemeClr val="dk1"/>
              </a:buClr>
              <a:buSzPts val="1000"/>
              <a:buFont typeface="DM Sans"/>
              <a:buChar char="○"/>
              <a:defRPr sz="1000">
                <a:solidFill>
                  <a:schemeClr val="dk1"/>
                </a:solidFill>
              </a:defRPr>
            </a:lvl5pPr>
            <a:lvl6pPr marL="2743200" lvl="5" indent="-292100">
              <a:lnSpc>
                <a:spcPct val="100000"/>
              </a:lnSpc>
              <a:spcBef>
                <a:spcPts val="800"/>
              </a:spcBef>
              <a:spcAft>
                <a:spcPts val="0"/>
              </a:spcAft>
              <a:buClr>
                <a:schemeClr val="dk1"/>
              </a:buClr>
              <a:buSzPts val="1000"/>
              <a:buFont typeface="DM Sans"/>
              <a:buChar char="■"/>
              <a:defRPr sz="1000">
                <a:solidFill>
                  <a:schemeClr val="dk1"/>
                </a:solidFill>
              </a:defRPr>
            </a:lvl6pPr>
            <a:lvl7pPr marL="3200400" lvl="6" indent="-292100">
              <a:lnSpc>
                <a:spcPct val="100000"/>
              </a:lnSpc>
              <a:spcBef>
                <a:spcPts val="800"/>
              </a:spcBef>
              <a:spcAft>
                <a:spcPts val="0"/>
              </a:spcAft>
              <a:buClr>
                <a:schemeClr val="dk1"/>
              </a:buClr>
              <a:buSzPts val="1000"/>
              <a:buFont typeface="DM Sans"/>
              <a:buChar char="●"/>
              <a:defRPr sz="1000">
                <a:solidFill>
                  <a:schemeClr val="dk1"/>
                </a:solidFill>
              </a:defRPr>
            </a:lvl7pPr>
            <a:lvl8pPr marL="3657600" lvl="7" indent="-292100">
              <a:lnSpc>
                <a:spcPct val="100000"/>
              </a:lnSpc>
              <a:spcBef>
                <a:spcPts val="800"/>
              </a:spcBef>
              <a:spcAft>
                <a:spcPts val="0"/>
              </a:spcAft>
              <a:buClr>
                <a:schemeClr val="dk1"/>
              </a:buClr>
              <a:buSzPts val="1000"/>
              <a:buFont typeface="DM Sans"/>
              <a:buChar char="○"/>
              <a:defRPr sz="1000">
                <a:solidFill>
                  <a:schemeClr val="dk1"/>
                </a:solidFill>
              </a:defRPr>
            </a:lvl8pPr>
            <a:lvl9pPr marL="4114800" lvl="8" indent="-292100">
              <a:lnSpc>
                <a:spcPct val="100000"/>
              </a:lnSpc>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120" name="Google Shape;120;p21"/>
          <p:cNvSpPr txBox="1">
            <a:spLocks noGrp="1"/>
          </p:cNvSpPr>
          <p:nvPr>
            <p:ph type="subTitle" idx="5"/>
          </p:nvPr>
        </p:nvSpPr>
        <p:spPr>
          <a:xfrm>
            <a:off x="4889774" y="2169054"/>
            <a:ext cx="1645800" cy="4527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a:endParaRPr/>
          </a:p>
        </p:txBody>
      </p:sp>
      <p:sp>
        <p:nvSpPr>
          <p:cNvPr id="121" name="Google Shape;121;p21"/>
          <p:cNvSpPr txBox="1">
            <a:spLocks noGrp="1"/>
          </p:cNvSpPr>
          <p:nvPr>
            <p:ph type="body" idx="6"/>
          </p:nvPr>
        </p:nvSpPr>
        <p:spPr>
          <a:xfrm>
            <a:off x="7130875" y="2943375"/>
            <a:ext cx="1645800" cy="1608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DM Sans"/>
              <a:buChar char="●"/>
              <a:defRPr sz="1000"/>
            </a:lvl1pPr>
            <a:lvl2pPr marL="914400" lvl="1" indent="-292100">
              <a:spcBef>
                <a:spcPts val="800"/>
              </a:spcBef>
              <a:spcAft>
                <a:spcPts val="0"/>
              </a:spcAft>
              <a:buClr>
                <a:schemeClr val="lt1"/>
              </a:buClr>
              <a:buSzPts val="1000"/>
              <a:buFont typeface="DM Sans"/>
              <a:buChar char="○"/>
              <a:defRPr sz="1000"/>
            </a:lvl2pPr>
            <a:lvl3pPr marL="1371600" lvl="2" indent="-292100">
              <a:spcBef>
                <a:spcPts val="800"/>
              </a:spcBef>
              <a:spcAft>
                <a:spcPts val="0"/>
              </a:spcAft>
              <a:buClr>
                <a:schemeClr val="lt1"/>
              </a:buClr>
              <a:buSzPts val="1000"/>
              <a:buFont typeface="DM Sans"/>
              <a:buChar char="■"/>
              <a:defRPr sz="1000"/>
            </a:lvl3pPr>
            <a:lvl4pPr marL="1828800" lvl="3" indent="-292100">
              <a:spcBef>
                <a:spcPts val="800"/>
              </a:spcBef>
              <a:spcAft>
                <a:spcPts val="0"/>
              </a:spcAft>
              <a:buClr>
                <a:schemeClr val="lt1"/>
              </a:buClr>
              <a:buSzPts val="1000"/>
              <a:buFont typeface="DM Sans"/>
              <a:buChar char="●"/>
              <a:defRPr sz="1000"/>
            </a:lvl4pPr>
            <a:lvl5pPr marL="2286000" lvl="4" indent="-292100">
              <a:spcBef>
                <a:spcPts val="800"/>
              </a:spcBef>
              <a:spcAft>
                <a:spcPts val="0"/>
              </a:spcAft>
              <a:buClr>
                <a:schemeClr val="lt1"/>
              </a:buClr>
              <a:buSzPts val="1000"/>
              <a:buFont typeface="DM Sans"/>
              <a:buChar char="○"/>
              <a:defRPr sz="1000"/>
            </a:lvl5pPr>
            <a:lvl6pPr marL="2743200" lvl="5" indent="-292100">
              <a:spcBef>
                <a:spcPts val="800"/>
              </a:spcBef>
              <a:spcAft>
                <a:spcPts val="0"/>
              </a:spcAft>
              <a:buClr>
                <a:schemeClr val="lt1"/>
              </a:buClr>
              <a:buSzPts val="1000"/>
              <a:buFont typeface="DM Sans"/>
              <a:buChar char="■"/>
              <a:defRPr sz="1000"/>
            </a:lvl6pPr>
            <a:lvl7pPr marL="3200400" lvl="6" indent="-292100">
              <a:spcBef>
                <a:spcPts val="800"/>
              </a:spcBef>
              <a:spcAft>
                <a:spcPts val="0"/>
              </a:spcAft>
              <a:buClr>
                <a:schemeClr val="lt1"/>
              </a:buClr>
              <a:buSzPts val="1000"/>
              <a:buFont typeface="DM Sans"/>
              <a:buChar char="●"/>
              <a:defRPr sz="1000"/>
            </a:lvl7pPr>
            <a:lvl8pPr marL="3657600" lvl="7" indent="-292100">
              <a:spcBef>
                <a:spcPts val="800"/>
              </a:spcBef>
              <a:spcAft>
                <a:spcPts val="0"/>
              </a:spcAft>
              <a:buClr>
                <a:schemeClr val="lt1"/>
              </a:buClr>
              <a:buSzPts val="1000"/>
              <a:buFont typeface="DM Sans"/>
              <a:buChar char="○"/>
              <a:defRPr sz="1000"/>
            </a:lvl8pPr>
            <a:lvl9pPr marL="4114800" lvl="8" indent="-292100">
              <a:spcBef>
                <a:spcPts val="800"/>
              </a:spcBef>
              <a:spcAft>
                <a:spcPts val="800"/>
              </a:spcAft>
              <a:buClr>
                <a:schemeClr val="lt1"/>
              </a:buClr>
              <a:buSzPts val="1000"/>
              <a:buFont typeface="DM Sans"/>
              <a:buChar char="■"/>
              <a:defRPr sz="1000"/>
            </a:lvl9pPr>
          </a:lstStyle>
          <a:p>
            <a:endParaRPr/>
          </a:p>
        </p:txBody>
      </p:sp>
      <p:sp>
        <p:nvSpPr>
          <p:cNvPr id="122" name="Google Shape;122;p21"/>
          <p:cNvSpPr txBox="1">
            <a:spLocks noGrp="1"/>
          </p:cNvSpPr>
          <p:nvPr>
            <p:ph type="subTitle" idx="7"/>
          </p:nvPr>
        </p:nvSpPr>
        <p:spPr>
          <a:xfrm>
            <a:off x="7130874" y="2169054"/>
            <a:ext cx="1645800" cy="4527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a:endParaRPr/>
          </a:p>
        </p:txBody>
      </p:sp>
      <p:sp>
        <p:nvSpPr>
          <p:cNvPr id="123" name="Google Shape;123;p21"/>
          <p:cNvSpPr txBox="1">
            <a:spLocks noGrp="1"/>
          </p:cNvSpPr>
          <p:nvPr>
            <p:ph type="body" idx="8"/>
          </p:nvPr>
        </p:nvSpPr>
        <p:spPr>
          <a:xfrm>
            <a:off x="360525" y="2943375"/>
            <a:ext cx="1645800" cy="1608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DM Sans"/>
              <a:buChar char="●"/>
              <a:defRPr sz="1000">
                <a:solidFill>
                  <a:schemeClr val="dk1"/>
                </a:solidFill>
              </a:defRPr>
            </a:lvl1pPr>
            <a:lvl2pPr marL="914400" lvl="1" indent="-292100">
              <a:spcBef>
                <a:spcPts val="800"/>
              </a:spcBef>
              <a:spcAft>
                <a:spcPts val="0"/>
              </a:spcAft>
              <a:buClr>
                <a:schemeClr val="dk1"/>
              </a:buClr>
              <a:buSzPts val="1000"/>
              <a:buFont typeface="DM Sans"/>
              <a:buChar char="○"/>
              <a:defRPr sz="1000">
                <a:solidFill>
                  <a:schemeClr val="dk1"/>
                </a:solidFill>
              </a:defRPr>
            </a:lvl2pPr>
            <a:lvl3pPr marL="1371600" lvl="2" indent="-292100">
              <a:spcBef>
                <a:spcPts val="800"/>
              </a:spcBef>
              <a:spcAft>
                <a:spcPts val="0"/>
              </a:spcAft>
              <a:buClr>
                <a:schemeClr val="dk1"/>
              </a:buClr>
              <a:buSzPts val="1000"/>
              <a:buFont typeface="DM Sans"/>
              <a:buChar char="■"/>
              <a:defRPr sz="1000">
                <a:solidFill>
                  <a:schemeClr val="dk1"/>
                </a:solidFill>
              </a:defRPr>
            </a:lvl3pPr>
            <a:lvl4pPr marL="1828800" lvl="3" indent="-292100">
              <a:spcBef>
                <a:spcPts val="800"/>
              </a:spcBef>
              <a:spcAft>
                <a:spcPts val="0"/>
              </a:spcAft>
              <a:buClr>
                <a:schemeClr val="dk1"/>
              </a:buClr>
              <a:buSzPts val="1000"/>
              <a:buFont typeface="DM Sans"/>
              <a:buChar char="●"/>
              <a:defRPr sz="1000">
                <a:solidFill>
                  <a:schemeClr val="dk1"/>
                </a:solidFill>
              </a:defRPr>
            </a:lvl4pPr>
            <a:lvl5pPr marL="2286000" lvl="4" indent="-292100">
              <a:spcBef>
                <a:spcPts val="800"/>
              </a:spcBef>
              <a:spcAft>
                <a:spcPts val="0"/>
              </a:spcAft>
              <a:buClr>
                <a:schemeClr val="dk1"/>
              </a:buClr>
              <a:buSzPts val="1000"/>
              <a:buFont typeface="DM Sans"/>
              <a:buChar char="○"/>
              <a:defRPr sz="1000">
                <a:solidFill>
                  <a:schemeClr val="dk1"/>
                </a:solidFill>
              </a:defRPr>
            </a:lvl5pPr>
            <a:lvl6pPr marL="2743200" lvl="5" indent="-292100">
              <a:spcBef>
                <a:spcPts val="800"/>
              </a:spcBef>
              <a:spcAft>
                <a:spcPts val="0"/>
              </a:spcAft>
              <a:buClr>
                <a:schemeClr val="dk1"/>
              </a:buClr>
              <a:buSzPts val="1000"/>
              <a:buFont typeface="DM Sans"/>
              <a:buChar char="■"/>
              <a:defRPr sz="1000">
                <a:solidFill>
                  <a:schemeClr val="dk1"/>
                </a:solidFill>
              </a:defRPr>
            </a:lvl6pPr>
            <a:lvl7pPr marL="3200400" lvl="6" indent="-292100">
              <a:spcBef>
                <a:spcPts val="800"/>
              </a:spcBef>
              <a:spcAft>
                <a:spcPts val="0"/>
              </a:spcAft>
              <a:buClr>
                <a:schemeClr val="dk1"/>
              </a:buClr>
              <a:buSzPts val="1000"/>
              <a:buFont typeface="DM Sans"/>
              <a:buChar char="●"/>
              <a:defRPr sz="1000">
                <a:solidFill>
                  <a:schemeClr val="dk1"/>
                </a:solidFill>
              </a:defRPr>
            </a:lvl7pPr>
            <a:lvl8pPr marL="3657600" lvl="7" indent="-292100">
              <a:spcBef>
                <a:spcPts val="800"/>
              </a:spcBef>
              <a:spcAft>
                <a:spcPts val="0"/>
              </a:spcAft>
              <a:buClr>
                <a:schemeClr val="dk1"/>
              </a:buClr>
              <a:buSzPts val="1000"/>
              <a:buFont typeface="DM Sans"/>
              <a:buChar char="○"/>
              <a:defRPr sz="1000">
                <a:solidFill>
                  <a:schemeClr val="dk1"/>
                </a:solidFill>
              </a:defRPr>
            </a:lvl8pPr>
            <a:lvl9pPr marL="4114800" lvl="8" indent="-292100">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124" name="Google Shape;124;p21"/>
          <p:cNvSpPr txBox="1">
            <a:spLocks noGrp="1"/>
          </p:cNvSpPr>
          <p:nvPr>
            <p:ph type="subTitle" idx="9"/>
          </p:nvPr>
        </p:nvSpPr>
        <p:spPr>
          <a:xfrm>
            <a:off x="360533" y="2169054"/>
            <a:ext cx="1645800" cy="4527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a:endParaRPr/>
          </a:p>
        </p:txBody>
      </p:sp>
      <p:sp>
        <p:nvSpPr>
          <p:cNvPr id="125" name="Google Shape;125;p21"/>
          <p:cNvSpPr txBox="1">
            <a:spLocks noGrp="1"/>
          </p:cNvSpPr>
          <p:nvPr>
            <p:ph type="subTitle" idx="13"/>
          </p:nvPr>
        </p:nvSpPr>
        <p:spPr>
          <a:xfrm>
            <a:off x="2490450" y="732775"/>
            <a:ext cx="4163100" cy="138600"/>
          </a:xfrm>
          <a:prstGeom prst="rect">
            <a:avLst/>
          </a:prstGeom>
        </p:spPr>
        <p:txBody>
          <a:bodyPr spcFirstLastPara="1" wrap="square" lIns="0" tIns="0" rIns="0" bIns="0" anchor="b" anchorCtr="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a:endParaRPr/>
          </a:p>
        </p:txBody>
      </p:sp>
      <p:sp>
        <p:nvSpPr>
          <p:cNvPr id="126" name="Google Shape;126;p21"/>
          <p:cNvSpPr txBox="1">
            <a:spLocks noGrp="1"/>
          </p:cNvSpPr>
          <p:nvPr>
            <p:ph type="title"/>
          </p:nvPr>
        </p:nvSpPr>
        <p:spPr>
          <a:xfrm>
            <a:off x="1938175" y="988550"/>
            <a:ext cx="5267700" cy="587700"/>
          </a:xfrm>
          <a:prstGeom prst="rect">
            <a:avLst/>
          </a:prstGeom>
        </p:spPr>
        <p:txBody>
          <a:bodyPr spcFirstLastPara="1" wrap="square" lIns="0" tIns="0" rIns="0" bIns="0" anchor="t" anchorCtr="0">
            <a:noAutofit/>
          </a:bodyPr>
          <a:lstStyle>
            <a:lvl1pPr lvl="0" algn="ctr">
              <a:spcBef>
                <a:spcPts val="0"/>
              </a:spcBef>
              <a:spcAft>
                <a:spcPts val="0"/>
              </a:spcAft>
              <a:buNone/>
              <a:defRPr sz="2200">
                <a:solidFill>
                  <a:schemeClr val="dk1"/>
                </a:solidFill>
              </a:defRPr>
            </a:lvl1pPr>
            <a:lvl2pPr lvl="1" algn="ctr">
              <a:spcBef>
                <a:spcPts val="0"/>
              </a:spcBef>
              <a:spcAft>
                <a:spcPts val="0"/>
              </a:spcAft>
              <a:buNone/>
              <a:defRPr sz="2200">
                <a:solidFill>
                  <a:schemeClr val="dk1"/>
                </a:solidFill>
              </a:defRPr>
            </a:lvl2pPr>
            <a:lvl3pPr lvl="2" algn="ctr">
              <a:spcBef>
                <a:spcPts val="0"/>
              </a:spcBef>
              <a:spcAft>
                <a:spcPts val="0"/>
              </a:spcAft>
              <a:buNone/>
              <a:defRPr sz="2200">
                <a:solidFill>
                  <a:schemeClr val="dk1"/>
                </a:solidFill>
              </a:defRPr>
            </a:lvl3pPr>
            <a:lvl4pPr lvl="3" algn="ctr">
              <a:spcBef>
                <a:spcPts val="0"/>
              </a:spcBef>
              <a:spcAft>
                <a:spcPts val="0"/>
              </a:spcAft>
              <a:buNone/>
              <a:defRPr sz="2200">
                <a:solidFill>
                  <a:schemeClr val="dk1"/>
                </a:solidFill>
              </a:defRPr>
            </a:lvl4pPr>
            <a:lvl5pPr lvl="4" algn="ctr">
              <a:spcBef>
                <a:spcPts val="0"/>
              </a:spcBef>
              <a:spcAft>
                <a:spcPts val="0"/>
              </a:spcAft>
              <a:buNone/>
              <a:defRPr sz="2200">
                <a:solidFill>
                  <a:schemeClr val="dk1"/>
                </a:solidFill>
              </a:defRPr>
            </a:lvl5pPr>
            <a:lvl6pPr lvl="5" algn="ctr">
              <a:spcBef>
                <a:spcPts val="0"/>
              </a:spcBef>
              <a:spcAft>
                <a:spcPts val="0"/>
              </a:spcAft>
              <a:buNone/>
              <a:defRPr sz="2200">
                <a:solidFill>
                  <a:schemeClr val="dk1"/>
                </a:solidFill>
              </a:defRPr>
            </a:lvl6pPr>
            <a:lvl7pPr lvl="6" algn="ctr">
              <a:spcBef>
                <a:spcPts val="0"/>
              </a:spcBef>
              <a:spcAft>
                <a:spcPts val="0"/>
              </a:spcAft>
              <a:buNone/>
              <a:defRPr sz="2200">
                <a:solidFill>
                  <a:schemeClr val="dk1"/>
                </a:solidFill>
              </a:defRPr>
            </a:lvl7pPr>
            <a:lvl8pPr lvl="7" algn="ctr">
              <a:spcBef>
                <a:spcPts val="0"/>
              </a:spcBef>
              <a:spcAft>
                <a:spcPts val="0"/>
              </a:spcAft>
              <a:buNone/>
              <a:defRPr sz="2200">
                <a:solidFill>
                  <a:schemeClr val="dk1"/>
                </a:solidFill>
              </a:defRPr>
            </a:lvl8pPr>
            <a:lvl9pPr lvl="8" algn="ctr">
              <a:spcBef>
                <a:spcPts val="0"/>
              </a:spcBef>
              <a:spcAft>
                <a:spcPts val="0"/>
              </a:spcAft>
              <a:buNone/>
              <a:defRPr sz="2200">
                <a:solidFill>
                  <a:schemeClr val="dk1"/>
                </a:solidFil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Five big ideas">
  <p:cSld name="BLANK_1_1_1_1_1_1_1_1_1_1_1_1_1_1_1_3">
    <p:bg>
      <p:bgPr>
        <a:solidFill>
          <a:schemeClr val="accent2"/>
        </a:solidFill>
        <a:effectLst/>
      </p:bgPr>
    </p:bg>
    <p:spTree>
      <p:nvGrpSpPr>
        <p:cNvPr id="1" name="Shape 127"/>
        <p:cNvGrpSpPr/>
        <p:nvPr/>
      </p:nvGrpSpPr>
      <p:grpSpPr>
        <a:xfrm>
          <a:off x="0" y="0"/>
          <a:ext cx="0" cy="0"/>
          <a:chOff x="0" y="0"/>
          <a:chExt cx="0" cy="0"/>
        </a:xfrm>
      </p:grpSpPr>
      <p:sp>
        <p:nvSpPr>
          <p:cNvPr id="128" name="Google Shape;128;p22"/>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129" name="Google Shape;129;p22"/>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0" name="Google Shape;130;p22"/>
          <p:cNvSpPr txBox="1">
            <a:spLocks noGrp="1"/>
          </p:cNvSpPr>
          <p:nvPr>
            <p:ph type="body" idx="2"/>
          </p:nvPr>
        </p:nvSpPr>
        <p:spPr>
          <a:xfrm>
            <a:off x="361975" y="3231275"/>
            <a:ext cx="1457400" cy="10776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marL="914400" lvl="1" indent="-2921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marL="1371600" lvl="2" indent="-2921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marL="1828800" lvl="3" indent="-2921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marL="2286000" lvl="4" indent="-2921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marL="2743200" lvl="5" indent="-2921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marL="3200400" lvl="6" indent="-2921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marL="3657600" lvl="7" indent="-2921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marL="4114800" lvl="8" indent="-292100">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a:endParaRPr/>
          </a:p>
        </p:txBody>
      </p:sp>
      <p:sp>
        <p:nvSpPr>
          <p:cNvPr id="131" name="Google Shape;131;p22"/>
          <p:cNvSpPr txBox="1">
            <a:spLocks noGrp="1"/>
          </p:cNvSpPr>
          <p:nvPr>
            <p:ph type="subTitle" idx="3"/>
          </p:nvPr>
        </p:nvSpPr>
        <p:spPr>
          <a:xfrm>
            <a:off x="361975" y="2556804"/>
            <a:ext cx="1457400" cy="4527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a:endParaRPr/>
          </a:p>
        </p:txBody>
      </p:sp>
      <p:sp>
        <p:nvSpPr>
          <p:cNvPr id="132" name="Google Shape;132;p22"/>
          <p:cNvSpPr txBox="1">
            <a:spLocks noGrp="1"/>
          </p:cNvSpPr>
          <p:nvPr>
            <p:ph type="subTitle" idx="4"/>
          </p:nvPr>
        </p:nvSpPr>
        <p:spPr>
          <a:xfrm>
            <a:off x="2490450" y="732775"/>
            <a:ext cx="4163100" cy="138600"/>
          </a:xfrm>
          <a:prstGeom prst="rect">
            <a:avLst/>
          </a:prstGeom>
        </p:spPr>
        <p:txBody>
          <a:bodyPr spcFirstLastPara="1" wrap="square" lIns="0" tIns="0" rIns="0" bIns="0" anchor="b" anchorCtr="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a:endParaRPr/>
          </a:p>
        </p:txBody>
      </p:sp>
      <p:sp>
        <p:nvSpPr>
          <p:cNvPr id="133" name="Google Shape;133;p22"/>
          <p:cNvSpPr txBox="1">
            <a:spLocks noGrp="1"/>
          </p:cNvSpPr>
          <p:nvPr>
            <p:ph type="title"/>
          </p:nvPr>
        </p:nvSpPr>
        <p:spPr>
          <a:xfrm>
            <a:off x="1938175" y="988550"/>
            <a:ext cx="5267700" cy="587700"/>
          </a:xfrm>
          <a:prstGeom prst="rect">
            <a:avLst/>
          </a:prstGeom>
        </p:spPr>
        <p:txBody>
          <a:bodyPr spcFirstLastPara="1" wrap="square" lIns="0" tIns="0" rIns="0" bIns="0" anchor="t" anchorCtr="0">
            <a:noAutofit/>
          </a:bodyPr>
          <a:lstStyle>
            <a:lvl1pPr lvl="0" algn="ctr">
              <a:spcBef>
                <a:spcPts val="0"/>
              </a:spcBef>
              <a:spcAft>
                <a:spcPts val="0"/>
              </a:spcAft>
              <a:buNone/>
              <a:defRPr sz="2200"/>
            </a:lvl1pPr>
            <a:lvl2pPr lvl="1" algn="ctr">
              <a:spcBef>
                <a:spcPts val="0"/>
              </a:spcBef>
              <a:spcAft>
                <a:spcPts val="0"/>
              </a:spcAft>
              <a:buNone/>
              <a:defRPr sz="2200"/>
            </a:lvl2pPr>
            <a:lvl3pPr lvl="2" algn="ctr">
              <a:spcBef>
                <a:spcPts val="0"/>
              </a:spcBef>
              <a:spcAft>
                <a:spcPts val="0"/>
              </a:spcAft>
              <a:buNone/>
              <a:defRPr sz="2200"/>
            </a:lvl3pPr>
            <a:lvl4pPr lvl="3" algn="ctr">
              <a:spcBef>
                <a:spcPts val="0"/>
              </a:spcBef>
              <a:spcAft>
                <a:spcPts val="0"/>
              </a:spcAft>
              <a:buNone/>
              <a:defRPr sz="2200"/>
            </a:lvl4pPr>
            <a:lvl5pPr lvl="4" algn="ctr">
              <a:spcBef>
                <a:spcPts val="0"/>
              </a:spcBef>
              <a:spcAft>
                <a:spcPts val="0"/>
              </a:spcAft>
              <a:buNone/>
              <a:defRPr sz="2200"/>
            </a:lvl5pPr>
            <a:lvl6pPr lvl="5" algn="ctr">
              <a:spcBef>
                <a:spcPts val="0"/>
              </a:spcBef>
              <a:spcAft>
                <a:spcPts val="0"/>
              </a:spcAft>
              <a:buNone/>
              <a:defRPr sz="2200"/>
            </a:lvl6pPr>
            <a:lvl7pPr lvl="6" algn="ctr">
              <a:spcBef>
                <a:spcPts val="0"/>
              </a:spcBef>
              <a:spcAft>
                <a:spcPts val="0"/>
              </a:spcAft>
              <a:buNone/>
              <a:defRPr sz="2200"/>
            </a:lvl7pPr>
            <a:lvl8pPr lvl="7" algn="ctr">
              <a:spcBef>
                <a:spcPts val="0"/>
              </a:spcBef>
              <a:spcAft>
                <a:spcPts val="0"/>
              </a:spcAft>
              <a:buNone/>
              <a:defRPr sz="2200"/>
            </a:lvl8pPr>
            <a:lvl9pPr lvl="8" algn="ctr">
              <a:spcBef>
                <a:spcPts val="0"/>
              </a:spcBef>
              <a:spcAft>
                <a:spcPts val="0"/>
              </a:spcAft>
              <a:buNone/>
              <a:defRPr sz="2200"/>
            </a:lvl9pPr>
          </a:lstStyle>
          <a:p>
            <a:endParaRPr/>
          </a:p>
        </p:txBody>
      </p:sp>
      <p:sp>
        <p:nvSpPr>
          <p:cNvPr id="134" name="Google Shape;134;p22"/>
          <p:cNvSpPr txBox="1">
            <a:spLocks noGrp="1"/>
          </p:cNvSpPr>
          <p:nvPr>
            <p:ph type="subTitle" idx="5"/>
          </p:nvPr>
        </p:nvSpPr>
        <p:spPr>
          <a:xfrm>
            <a:off x="7319275" y="2556804"/>
            <a:ext cx="1457400" cy="4527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a:endParaRPr/>
          </a:p>
        </p:txBody>
      </p:sp>
      <p:sp>
        <p:nvSpPr>
          <p:cNvPr id="135" name="Google Shape;135;p22"/>
          <p:cNvSpPr txBox="1">
            <a:spLocks noGrp="1"/>
          </p:cNvSpPr>
          <p:nvPr>
            <p:ph type="body" idx="6"/>
          </p:nvPr>
        </p:nvSpPr>
        <p:spPr>
          <a:xfrm>
            <a:off x="2101300" y="3231275"/>
            <a:ext cx="1457400" cy="10776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marL="914400" lvl="1"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marL="1371600" lvl="2"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marL="1828800" lvl="3"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marL="2286000" lvl="4"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marL="2743200" lvl="5"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marL="3200400" lvl="6"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marL="3657600" lvl="7"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marL="4114800" lvl="8" indent="-2921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a:endParaRPr/>
          </a:p>
        </p:txBody>
      </p:sp>
      <p:sp>
        <p:nvSpPr>
          <p:cNvPr id="136" name="Google Shape;136;p22"/>
          <p:cNvSpPr txBox="1">
            <a:spLocks noGrp="1"/>
          </p:cNvSpPr>
          <p:nvPr>
            <p:ph type="body" idx="7"/>
          </p:nvPr>
        </p:nvSpPr>
        <p:spPr>
          <a:xfrm>
            <a:off x="3840625" y="3231275"/>
            <a:ext cx="1457400" cy="10776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marL="914400" lvl="1"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marL="1371600" lvl="2"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marL="1828800" lvl="3"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marL="2286000" lvl="4"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marL="2743200" lvl="5"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marL="3200400" lvl="6"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marL="3657600" lvl="7"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marL="4114800" lvl="8" indent="-2921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a:endParaRPr/>
          </a:p>
        </p:txBody>
      </p:sp>
      <p:sp>
        <p:nvSpPr>
          <p:cNvPr id="137" name="Google Shape;137;p22"/>
          <p:cNvSpPr txBox="1">
            <a:spLocks noGrp="1"/>
          </p:cNvSpPr>
          <p:nvPr>
            <p:ph type="body" idx="8"/>
          </p:nvPr>
        </p:nvSpPr>
        <p:spPr>
          <a:xfrm>
            <a:off x="5579950" y="3231275"/>
            <a:ext cx="1457400" cy="10776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marL="914400" lvl="1"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marL="1371600" lvl="2"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marL="1828800" lvl="3"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marL="2286000" lvl="4"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marL="2743200" lvl="5"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marL="3200400" lvl="6"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marL="3657600" lvl="7"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marL="4114800" lvl="8" indent="-2921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a:endParaRPr/>
          </a:p>
        </p:txBody>
      </p:sp>
      <p:sp>
        <p:nvSpPr>
          <p:cNvPr id="138" name="Google Shape;138;p22"/>
          <p:cNvSpPr txBox="1">
            <a:spLocks noGrp="1"/>
          </p:cNvSpPr>
          <p:nvPr>
            <p:ph type="subTitle" idx="9"/>
          </p:nvPr>
        </p:nvSpPr>
        <p:spPr>
          <a:xfrm>
            <a:off x="2101300" y="2556804"/>
            <a:ext cx="1457400" cy="4527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a:endParaRPr/>
          </a:p>
        </p:txBody>
      </p:sp>
      <p:sp>
        <p:nvSpPr>
          <p:cNvPr id="139" name="Google Shape;139;p22"/>
          <p:cNvSpPr txBox="1">
            <a:spLocks noGrp="1"/>
          </p:cNvSpPr>
          <p:nvPr>
            <p:ph type="subTitle" idx="13"/>
          </p:nvPr>
        </p:nvSpPr>
        <p:spPr>
          <a:xfrm>
            <a:off x="3840625" y="2556804"/>
            <a:ext cx="1457400" cy="4527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a:endParaRPr/>
          </a:p>
        </p:txBody>
      </p:sp>
      <p:sp>
        <p:nvSpPr>
          <p:cNvPr id="140" name="Google Shape;140;p22"/>
          <p:cNvSpPr txBox="1">
            <a:spLocks noGrp="1"/>
          </p:cNvSpPr>
          <p:nvPr>
            <p:ph type="subTitle" idx="14"/>
          </p:nvPr>
        </p:nvSpPr>
        <p:spPr>
          <a:xfrm>
            <a:off x="5579950" y="2556804"/>
            <a:ext cx="1457400" cy="452700"/>
          </a:xfrm>
          <a:prstGeom prst="rect">
            <a:avLst/>
          </a:prstGeom>
        </p:spPr>
        <p:txBody>
          <a:bodyPr spcFirstLastPara="1" wrap="square" lIns="0" tIns="0" rIns="0" bIns="0" anchor="t" anchorCtr="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a:endParaRPr/>
          </a:p>
        </p:txBody>
      </p:sp>
      <p:sp>
        <p:nvSpPr>
          <p:cNvPr id="141" name="Google Shape;141;p22"/>
          <p:cNvSpPr txBox="1">
            <a:spLocks noGrp="1"/>
          </p:cNvSpPr>
          <p:nvPr>
            <p:ph type="body" idx="15"/>
          </p:nvPr>
        </p:nvSpPr>
        <p:spPr>
          <a:xfrm>
            <a:off x="7319275" y="3231275"/>
            <a:ext cx="1457400" cy="10776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marL="914400" lvl="1"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marL="1371600" lvl="2"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marL="1828800" lvl="3"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marL="2286000" lvl="4"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marL="2743200" lvl="5"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marL="3200400" lvl="6"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marL="3657600" lvl="7"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marL="4114800" lvl="8" indent="-2921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Four big ideas - Alt 1">
  <p:cSld name="BLANK_1_1_1_1_1_1_1_1_1_1_1_1_1_1_1_2">
    <p:bg>
      <p:bgPr>
        <a:solidFill>
          <a:schemeClr val="lt1"/>
        </a:solidFill>
        <a:effectLst/>
      </p:bgPr>
    </p:bg>
    <p:spTree>
      <p:nvGrpSpPr>
        <p:cNvPr id="1" name="Shape 142"/>
        <p:cNvGrpSpPr/>
        <p:nvPr/>
      </p:nvGrpSpPr>
      <p:grpSpPr>
        <a:xfrm>
          <a:off x="0" y="0"/>
          <a:ext cx="0" cy="0"/>
          <a:chOff x="0" y="0"/>
          <a:chExt cx="0" cy="0"/>
        </a:xfrm>
      </p:grpSpPr>
      <p:sp>
        <p:nvSpPr>
          <p:cNvPr id="143" name="Google Shape;143;p23"/>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144" name="Google Shape;144;p23"/>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45" name="Google Shape;145;p23"/>
          <p:cNvSpPr txBox="1">
            <a:spLocks noGrp="1"/>
          </p:cNvSpPr>
          <p:nvPr>
            <p:ph type="body" idx="2"/>
          </p:nvPr>
        </p:nvSpPr>
        <p:spPr>
          <a:xfrm>
            <a:off x="7130875" y="3628800"/>
            <a:ext cx="1645800" cy="680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marL="914400" lvl="1"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marL="1371600" lvl="2"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marL="1828800" lvl="3"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marL="2286000" lvl="4"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marL="2743200" lvl="5"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marL="3200400" lvl="6"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marL="3657600" lvl="7"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marL="4114800" lvl="8" indent="-2921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a:endParaRPr/>
          </a:p>
        </p:txBody>
      </p:sp>
      <p:sp>
        <p:nvSpPr>
          <p:cNvPr id="146" name="Google Shape;146;p23"/>
          <p:cNvSpPr txBox="1">
            <a:spLocks noGrp="1"/>
          </p:cNvSpPr>
          <p:nvPr>
            <p:ph type="subTitle" idx="3"/>
          </p:nvPr>
        </p:nvSpPr>
        <p:spPr>
          <a:xfrm>
            <a:off x="7130875" y="2586820"/>
            <a:ext cx="1645800" cy="152400"/>
          </a:xfrm>
          <a:prstGeom prst="rect">
            <a:avLst/>
          </a:prstGeom>
        </p:spPr>
        <p:txBody>
          <a:bodyPr spcFirstLastPara="1" wrap="square" lIns="0" tIns="0" rIns="0" bIns="0" anchor="b" anchorCtr="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a:endParaRPr/>
          </a:p>
        </p:txBody>
      </p:sp>
      <p:sp>
        <p:nvSpPr>
          <p:cNvPr id="147" name="Google Shape;147;p23"/>
          <p:cNvSpPr txBox="1">
            <a:spLocks noGrp="1"/>
          </p:cNvSpPr>
          <p:nvPr>
            <p:ph type="subTitle" idx="4"/>
          </p:nvPr>
        </p:nvSpPr>
        <p:spPr>
          <a:xfrm>
            <a:off x="7130875" y="2791120"/>
            <a:ext cx="1645800" cy="1524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a:endParaRPr/>
          </a:p>
        </p:txBody>
      </p:sp>
      <p:sp>
        <p:nvSpPr>
          <p:cNvPr id="148" name="Google Shape;148;p23"/>
          <p:cNvSpPr txBox="1">
            <a:spLocks noGrp="1"/>
          </p:cNvSpPr>
          <p:nvPr>
            <p:ph type="body" idx="5"/>
          </p:nvPr>
        </p:nvSpPr>
        <p:spPr>
          <a:xfrm>
            <a:off x="4892138" y="3628800"/>
            <a:ext cx="1645800" cy="680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marL="914400" lvl="1"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marL="1371600" lvl="2"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marL="1828800" lvl="3"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marL="2286000" lvl="4"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marL="2743200" lvl="5"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marL="3200400" lvl="6"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marL="3657600" lvl="7"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marL="4114800" lvl="8" indent="-2921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a:endParaRPr/>
          </a:p>
        </p:txBody>
      </p:sp>
      <p:sp>
        <p:nvSpPr>
          <p:cNvPr id="149" name="Google Shape;149;p23"/>
          <p:cNvSpPr txBox="1">
            <a:spLocks noGrp="1"/>
          </p:cNvSpPr>
          <p:nvPr>
            <p:ph type="subTitle" idx="6"/>
          </p:nvPr>
        </p:nvSpPr>
        <p:spPr>
          <a:xfrm>
            <a:off x="4892138" y="2586820"/>
            <a:ext cx="1645800" cy="152400"/>
          </a:xfrm>
          <a:prstGeom prst="rect">
            <a:avLst/>
          </a:prstGeom>
        </p:spPr>
        <p:txBody>
          <a:bodyPr spcFirstLastPara="1" wrap="square" lIns="0" tIns="0" rIns="0" bIns="0" anchor="b" anchorCtr="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a:endParaRPr/>
          </a:p>
        </p:txBody>
      </p:sp>
      <p:sp>
        <p:nvSpPr>
          <p:cNvPr id="150" name="Google Shape;150;p23"/>
          <p:cNvSpPr txBox="1">
            <a:spLocks noGrp="1"/>
          </p:cNvSpPr>
          <p:nvPr>
            <p:ph type="subTitle" idx="7"/>
          </p:nvPr>
        </p:nvSpPr>
        <p:spPr>
          <a:xfrm>
            <a:off x="4892138" y="2791120"/>
            <a:ext cx="1645800" cy="1524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a:endParaRPr/>
          </a:p>
        </p:txBody>
      </p:sp>
      <p:sp>
        <p:nvSpPr>
          <p:cNvPr id="151" name="Google Shape;151;p23"/>
          <p:cNvSpPr txBox="1">
            <a:spLocks noGrp="1"/>
          </p:cNvSpPr>
          <p:nvPr>
            <p:ph type="body" idx="8"/>
          </p:nvPr>
        </p:nvSpPr>
        <p:spPr>
          <a:xfrm>
            <a:off x="2607050" y="3628800"/>
            <a:ext cx="1645800" cy="6801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marL="914400" lvl="1"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marL="1371600" lvl="2"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marL="1828800" lvl="3"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marL="2286000" lvl="4"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marL="2743200" lvl="5"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marL="3200400" lvl="6"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marL="3657600" lvl="7"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marL="4114800" lvl="8" indent="-2921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a:endParaRPr/>
          </a:p>
        </p:txBody>
      </p:sp>
      <p:sp>
        <p:nvSpPr>
          <p:cNvPr id="152" name="Google Shape;152;p23"/>
          <p:cNvSpPr txBox="1">
            <a:spLocks noGrp="1"/>
          </p:cNvSpPr>
          <p:nvPr>
            <p:ph type="subTitle" idx="9"/>
          </p:nvPr>
        </p:nvSpPr>
        <p:spPr>
          <a:xfrm>
            <a:off x="2607050" y="2586820"/>
            <a:ext cx="1645800" cy="152400"/>
          </a:xfrm>
          <a:prstGeom prst="rect">
            <a:avLst/>
          </a:prstGeom>
        </p:spPr>
        <p:txBody>
          <a:bodyPr spcFirstLastPara="1" wrap="square" lIns="0" tIns="0" rIns="0" bIns="0" anchor="b" anchorCtr="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a:endParaRPr/>
          </a:p>
        </p:txBody>
      </p:sp>
      <p:sp>
        <p:nvSpPr>
          <p:cNvPr id="153" name="Google Shape;153;p23"/>
          <p:cNvSpPr txBox="1">
            <a:spLocks noGrp="1"/>
          </p:cNvSpPr>
          <p:nvPr>
            <p:ph type="subTitle" idx="13"/>
          </p:nvPr>
        </p:nvSpPr>
        <p:spPr>
          <a:xfrm>
            <a:off x="2607050" y="2791120"/>
            <a:ext cx="1645800" cy="1524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a:endParaRPr/>
          </a:p>
        </p:txBody>
      </p:sp>
      <p:sp>
        <p:nvSpPr>
          <p:cNvPr id="154" name="Google Shape;154;p23"/>
          <p:cNvSpPr txBox="1">
            <a:spLocks noGrp="1"/>
          </p:cNvSpPr>
          <p:nvPr>
            <p:ph type="body" idx="14"/>
          </p:nvPr>
        </p:nvSpPr>
        <p:spPr>
          <a:xfrm>
            <a:off x="361975" y="3628800"/>
            <a:ext cx="1645800" cy="680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marL="914400" lvl="1"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marL="1371600" lvl="2"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marL="1828800" lvl="3"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marL="2286000" lvl="4"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marL="2743200" lvl="5"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marL="3200400" lvl="6"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marL="3657600" lvl="7"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marL="4114800" lvl="8" indent="-2921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a:endParaRPr/>
          </a:p>
        </p:txBody>
      </p:sp>
      <p:sp>
        <p:nvSpPr>
          <p:cNvPr id="155" name="Google Shape;155;p23"/>
          <p:cNvSpPr txBox="1">
            <a:spLocks noGrp="1"/>
          </p:cNvSpPr>
          <p:nvPr>
            <p:ph type="subTitle" idx="15"/>
          </p:nvPr>
        </p:nvSpPr>
        <p:spPr>
          <a:xfrm>
            <a:off x="361975" y="2586820"/>
            <a:ext cx="1645800" cy="152400"/>
          </a:xfrm>
          <a:prstGeom prst="rect">
            <a:avLst/>
          </a:prstGeom>
        </p:spPr>
        <p:txBody>
          <a:bodyPr spcFirstLastPara="1" wrap="square" lIns="0" tIns="0" rIns="0" bIns="0" anchor="b" anchorCtr="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a:endParaRPr/>
          </a:p>
        </p:txBody>
      </p:sp>
      <p:sp>
        <p:nvSpPr>
          <p:cNvPr id="156" name="Google Shape;156;p23"/>
          <p:cNvSpPr txBox="1">
            <a:spLocks noGrp="1"/>
          </p:cNvSpPr>
          <p:nvPr>
            <p:ph type="subTitle" idx="16"/>
          </p:nvPr>
        </p:nvSpPr>
        <p:spPr>
          <a:xfrm>
            <a:off x="361975" y="2791120"/>
            <a:ext cx="1645800" cy="1524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a:endParaRPr/>
          </a:p>
        </p:txBody>
      </p:sp>
      <p:sp>
        <p:nvSpPr>
          <p:cNvPr id="157" name="Google Shape;157;p23"/>
          <p:cNvSpPr txBox="1">
            <a:spLocks noGrp="1"/>
          </p:cNvSpPr>
          <p:nvPr>
            <p:ph type="subTitle" idx="17"/>
          </p:nvPr>
        </p:nvSpPr>
        <p:spPr>
          <a:xfrm>
            <a:off x="2490450" y="732775"/>
            <a:ext cx="4163100" cy="138600"/>
          </a:xfrm>
          <a:prstGeom prst="rect">
            <a:avLst/>
          </a:prstGeom>
        </p:spPr>
        <p:txBody>
          <a:bodyPr spcFirstLastPara="1" wrap="square" lIns="0" tIns="0" rIns="0" bIns="0" anchor="b" anchorCtr="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a:endParaRPr/>
          </a:p>
        </p:txBody>
      </p:sp>
      <p:sp>
        <p:nvSpPr>
          <p:cNvPr id="158" name="Google Shape;158;p23"/>
          <p:cNvSpPr txBox="1">
            <a:spLocks noGrp="1"/>
          </p:cNvSpPr>
          <p:nvPr>
            <p:ph type="title"/>
          </p:nvPr>
        </p:nvSpPr>
        <p:spPr>
          <a:xfrm>
            <a:off x="1406600" y="988557"/>
            <a:ext cx="6330900" cy="587700"/>
          </a:xfrm>
          <a:prstGeom prst="rect">
            <a:avLst/>
          </a:prstGeom>
        </p:spPr>
        <p:txBody>
          <a:bodyPr spcFirstLastPara="1" wrap="square" lIns="0" tIns="0" rIns="0" bIns="0" anchor="t" anchorCtr="0">
            <a:noAutofit/>
          </a:bodyPr>
          <a:lstStyle>
            <a:lvl1pPr lvl="0" algn="ctr">
              <a:lnSpc>
                <a:spcPct val="90000"/>
              </a:lnSpc>
              <a:spcBef>
                <a:spcPts val="0"/>
              </a:spcBef>
              <a:spcAft>
                <a:spcPts val="0"/>
              </a:spcAft>
              <a:buNone/>
              <a:defRPr sz="2200">
                <a:solidFill>
                  <a:schemeClr val="dk1"/>
                </a:solidFill>
              </a:defRPr>
            </a:lvl1pPr>
            <a:lvl2pPr lvl="1" algn="ctr">
              <a:lnSpc>
                <a:spcPct val="90000"/>
              </a:lnSpc>
              <a:spcBef>
                <a:spcPts val="0"/>
              </a:spcBef>
              <a:spcAft>
                <a:spcPts val="0"/>
              </a:spcAft>
              <a:buNone/>
              <a:defRPr sz="2200">
                <a:solidFill>
                  <a:schemeClr val="dk1"/>
                </a:solidFill>
              </a:defRPr>
            </a:lvl2pPr>
            <a:lvl3pPr lvl="2" algn="ctr">
              <a:lnSpc>
                <a:spcPct val="90000"/>
              </a:lnSpc>
              <a:spcBef>
                <a:spcPts val="0"/>
              </a:spcBef>
              <a:spcAft>
                <a:spcPts val="0"/>
              </a:spcAft>
              <a:buNone/>
              <a:defRPr sz="2200">
                <a:solidFill>
                  <a:schemeClr val="dk1"/>
                </a:solidFill>
              </a:defRPr>
            </a:lvl3pPr>
            <a:lvl4pPr lvl="3" algn="ctr">
              <a:lnSpc>
                <a:spcPct val="90000"/>
              </a:lnSpc>
              <a:spcBef>
                <a:spcPts val="0"/>
              </a:spcBef>
              <a:spcAft>
                <a:spcPts val="0"/>
              </a:spcAft>
              <a:buNone/>
              <a:defRPr sz="2200">
                <a:solidFill>
                  <a:schemeClr val="dk1"/>
                </a:solidFill>
              </a:defRPr>
            </a:lvl4pPr>
            <a:lvl5pPr lvl="4" algn="ctr">
              <a:lnSpc>
                <a:spcPct val="90000"/>
              </a:lnSpc>
              <a:spcBef>
                <a:spcPts val="0"/>
              </a:spcBef>
              <a:spcAft>
                <a:spcPts val="0"/>
              </a:spcAft>
              <a:buNone/>
              <a:defRPr sz="2200">
                <a:solidFill>
                  <a:schemeClr val="dk1"/>
                </a:solidFill>
              </a:defRPr>
            </a:lvl5pPr>
            <a:lvl6pPr lvl="5" algn="ctr">
              <a:lnSpc>
                <a:spcPct val="90000"/>
              </a:lnSpc>
              <a:spcBef>
                <a:spcPts val="0"/>
              </a:spcBef>
              <a:spcAft>
                <a:spcPts val="0"/>
              </a:spcAft>
              <a:buNone/>
              <a:defRPr sz="2200">
                <a:solidFill>
                  <a:schemeClr val="dk1"/>
                </a:solidFill>
              </a:defRPr>
            </a:lvl6pPr>
            <a:lvl7pPr lvl="6" algn="ctr">
              <a:lnSpc>
                <a:spcPct val="90000"/>
              </a:lnSpc>
              <a:spcBef>
                <a:spcPts val="0"/>
              </a:spcBef>
              <a:spcAft>
                <a:spcPts val="0"/>
              </a:spcAft>
              <a:buNone/>
              <a:defRPr sz="2200">
                <a:solidFill>
                  <a:schemeClr val="dk1"/>
                </a:solidFill>
              </a:defRPr>
            </a:lvl7pPr>
            <a:lvl8pPr lvl="7" algn="ctr">
              <a:lnSpc>
                <a:spcPct val="90000"/>
              </a:lnSpc>
              <a:spcBef>
                <a:spcPts val="0"/>
              </a:spcBef>
              <a:spcAft>
                <a:spcPts val="0"/>
              </a:spcAft>
              <a:buNone/>
              <a:defRPr sz="2200">
                <a:solidFill>
                  <a:schemeClr val="dk1"/>
                </a:solidFill>
              </a:defRPr>
            </a:lvl8pPr>
            <a:lvl9pPr lvl="8" algn="ctr">
              <a:lnSpc>
                <a:spcPct val="90000"/>
              </a:lnSpc>
              <a:spcBef>
                <a:spcPts val="0"/>
              </a:spcBef>
              <a:spcAft>
                <a:spcPts val="0"/>
              </a:spcAft>
              <a:buNone/>
              <a:defRPr sz="2200">
                <a:solidFill>
                  <a:schemeClr val="dk1"/>
                </a:solidFil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ver">
  <p:cSld name="CUSTOM_7_1_1_1_1_1_1_1_1_1_1_1_1_1_1_1_1">
    <p:bg>
      <p:bgPr>
        <a:solidFill>
          <a:schemeClr val="lt1"/>
        </a:solidFill>
        <a:effectLst/>
      </p:bgPr>
    </p:bg>
    <p:spTree>
      <p:nvGrpSpPr>
        <p:cNvPr id="1" name="Shape 159"/>
        <p:cNvGrpSpPr/>
        <p:nvPr/>
      </p:nvGrpSpPr>
      <p:grpSpPr>
        <a:xfrm>
          <a:off x="0" y="0"/>
          <a:ext cx="0" cy="0"/>
          <a:chOff x="0" y="0"/>
          <a:chExt cx="0" cy="0"/>
        </a:xfrm>
      </p:grpSpPr>
      <p:sp>
        <p:nvSpPr>
          <p:cNvPr id="160" name="Google Shape;160;p24"/>
          <p:cNvSpPr>
            <a:spLocks noGrp="1"/>
          </p:cNvSpPr>
          <p:nvPr>
            <p:ph type="pic" idx="2"/>
          </p:nvPr>
        </p:nvSpPr>
        <p:spPr>
          <a:xfrm>
            <a:off x="4587725" y="-8750"/>
            <a:ext cx="4572000" cy="5152200"/>
          </a:xfrm>
          <a:prstGeom prst="rect">
            <a:avLst/>
          </a:prstGeom>
          <a:noFill/>
          <a:ln>
            <a:noFill/>
          </a:ln>
        </p:spPr>
      </p:sp>
      <p:sp>
        <p:nvSpPr>
          <p:cNvPr id="161" name="Google Shape;161;p24"/>
          <p:cNvSpPr txBox="1">
            <a:spLocks noGrp="1"/>
          </p:cNvSpPr>
          <p:nvPr>
            <p:ph type="title"/>
          </p:nvPr>
        </p:nvSpPr>
        <p:spPr>
          <a:xfrm>
            <a:off x="361975" y="923525"/>
            <a:ext cx="3860100" cy="587700"/>
          </a:xfrm>
          <a:prstGeom prst="rect">
            <a:avLst/>
          </a:prstGeom>
        </p:spPr>
        <p:txBody>
          <a:bodyPr spcFirstLastPara="1" wrap="square" lIns="91425" tIns="91425" rIns="91425" bIns="91425" anchor="t" anchorCtr="0">
            <a:noAutofit/>
          </a:bodyPr>
          <a:lstStyle>
            <a:lvl1pPr lvl="0" algn="ctr">
              <a:lnSpc>
                <a:spcPct val="80000"/>
              </a:lnSpc>
              <a:spcBef>
                <a:spcPts val="0"/>
              </a:spcBef>
              <a:spcAft>
                <a:spcPts val="0"/>
              </a:spcAft>
              <a:buNone/>
              <a:defRPr sz="4200">
                <a:solidFill>
                  <a:schemeClr val="dk1"/>
                </a:solidFill>
              </a:defRPr>
            </a:lvl1pPr>
            <a:lvl2pPr lvl="1" algn="ctr">
              <a:lnSpc>
                <a:spcPct val="115000"/>
              </a:lnSpc>
              <a:spcBef>
                <a:spcPts val="0"/>
              </a:spcBef>
              <a:spcAft>
                <a:spcPts val="0"/>
              </a:spcAft>
              <a:buNone/>
              <a:defRPr>
                <a:solidFill>
                  <a:schemeClr val="dk1"/>
                </a:solidFill>
              </a:defRPr>
            </a:lvl2pPr>
            <a:lvl3pPr lvl="2" algn="ctr">
              <a:lnSpc>
                <a:spcPct val="115000"/>
              </a:lnSpc>
              <a:spcBef>
                <a:spcPts val="0"/>
              </a:spcBef>
              <a:spcAft>
                <a:spcPts val="0"/>
              </a:spcAft>
              <a:buNone/>
              <a:defRPr>
                <a:solidFill>
                  <a:schemeClr val="dk1"/>
                </a:solidFill>
              </a:defRPr>
            </a:lvl3pPr>
            <a:lvl4pPr lvl="3" algn="ctr">
              <a:lnSpc>
                <a:spcPct val="115000"/>
              </a:lnSpc>
              <a:spcBef>
                <a:spcPts val="0"/>
              </a:spcBef>
              <a:spcAft>
                <a:spcPts val="0"/>
              </a:spcAft>
              <a:buNone/>
              <a:defRPr>
                <a:solidFill>
                  <a:schemeClr val="dk1"/>
                </a:solidFill>
              </a:defRPr>
            </a:lvl4pPr>
            <a:lvl5pPr lvl="4" algn="ctr">
              <a:lnSpc>
                <a:spcPct val="115000"/>
              </a:lnSpc>
              <a:spcBef>
                <a:spcPts val="0"/>
              </a:spcBef>
              <a:spcAft>
                <a:spcPts val="0"/>
              </a:spcAft>
              <a:buNone/>
              <a:defRPr>
                <a:solidFill>
                  <a:schemeClr val="dk1"/>
                </a:solidFill>
              </a:defRPr>
            </a:lvl5pPr>
            <a:lvl6pPr lvl="5" algn="ctr">
              <a:lnSpc>
                <a:spcPct val="115000"/>
              </a:lnSpc>
              <a:spcBef>
                <a:spcPts val="0"/>
              </a:spcBef>
              <a:spcAft>
                <a:spcPts val="0"/>
              </a:spcAft>
              <a:buNone/>
              <a:defRPr>
                <a:solidFill>
                  <a:schemeClr val="dk1"/>
                </a:solidFill>
              </a:defRPr>
            </a:lvl6pPr>
            <a:lvl7pPr lvl="6" algn="ctr">
              <a:lnSpc>
                <a:spcPct val="115000"/>
              </a:lnSpc>
              <a:spcBef>
                <a:spcPts val="0"/>
              </a:spcBef>
              <a:spcAft>
                <a:spcPts val="0"/>
              </a:spcAft>
              <a:buNone/>
              <a:defRPr>
                <a:solidFill>
                  <a:schemeClr val="dk1"/>
                </a:solidFill>
              </a:defRPr>
            </a:lvl7pPr>
            <a:lvl8pPr lvl="7" algn="ctr">
              <a:lnSpc>
                <a:spcPct val="115000"/>
              </a:lnSpc>
              <a:spcBef>
                <a:spcPts val="0"/>
              </a:spcBef>
              <a:spcAft>
                <a:spcPts val="0"/>
              </a:spcAft>
              <a:buNone/>
              <a:defRPr>
                <a:solidFill>
                  <a:schemeClr val="dk1"/>
                </a:solidFill>
              </a:defRPr>
            </a:lvl8pPr>
            <a:lvl9pPr lvl="8" algn="ctr">
              <a:lnSpc>
                <a:spcPct val="115000"/>
              </a:lnSpc>
              <a:spcBef>
                <a:spcPts val="0"/>
              </a:spcBef>
              <a:spcAft>
                <a:spcPts val="0"/>
              </a:spcAft>
              <a:buNone/>
              <a:defRPr>
                <a:solidFill>
                  <a:schemeClr val="dk1"/>
                </a:solidFill>
              </a:defRPr>
            </a:lvl9pPr>
          </a:lstStyle>
          <a:p>
            <a:endParaRPr/>
          </a:p>
        </p:txBody>
      </p:sp>
      <p:sp>
        <p:nvSpPr>
          <p:cNvPr id="162" name="Google Shape;162;p24"/>
          <p:cNvSpPr txBox="1">
            <a:spLocks noGrp="1"/>
          </p:cNvSpPr>
          <p:nvPr>
            <p:ph type="subTitle" idx="1"/>
          </p:nvPr>
        </p:nvSpPr>
        <p:spPr>
          <a:xfrm>
            <a:off x="361975" y="255533"/>
            <a:ext cx="3860100" cy="3774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Font typeface="Newsreader"/>
              <a:buNone/>
              <a:defRPr>
                <a:solidFill>
                  <a:schemeClr val="dk1"/>
                </a:solidFill>
              </a:defRPr>
            </a:lvl2pPr>
            <a:lvl3pPr lvl="2">
              <a:spcBef>
                <a:spcPts val="0"/>
              </a:spcBef>
              <a:spcAft>
                <a:spcPts val="0"/>
              </a:spcAft>
              <a:buClr>
                <a:schemeClr val="dk1"/>
              </a:buClr>
              <a:buSzPts val="1400"/>
              <a:buFont typeface="Newsreader"/>
              <a:buNone/>
              <a:defRPr>
                <a:solidFill>
                  <a:schemeClr val="dk1"/>
                </a:solidFill>
              </a:defRPr>
            </a:lvl3pPr>
            <a:lvl4pPr lvl="3">
              <a:spcBef>
                <a:spcPts val="0"/>
              </a:spcBef>
              <a:spcAft>
                <a:spcPts val="0"/>
              </a:spcAft>
              <a:buClr>
                <a:schemeClr val="dk1"/>
              </a:buClr>
              <a:buSzPts val="1400"/>
              <a:buFont typeface="Newsreader"/>
              <a:buNone/>
              <a:defRPr>
                <a:solidFill>
                  <a:schemeClr val="dk1"/>
                </a:solidFill>
              </a:defRPr>
            </a:lvl4pPr>
            <a:lvl5pPr lvl="4">
              <a:spcBef>
                <a:spcPts val="0"/>
              </a:spcBef>
              <a:spcAft>
                <a:spcPts val="0"/>
              </a:spcAft>
              <a:buClr>
                <a:schemeClr val="dk1"/>
              </a:buClr>
              <a:buSzPts val="1400"/>
              <a:buFont typeface="Newsreader"/>
              <a:buNone/>
              <a:defRPr>
                <a:solidFill>
                  <a:schemeClr val="dk1"/>
                </a:solidFill>
              </a:defRPr>
            </a:lvl5pPr>
            <a:lvl6pPr lvl="5">
              <a:spcBef>
                <a:spcPts val="0"/>
              </a:spcBef>
              <a:spcAft>
                <a:spcPts val="0"/>
              </a:spcAft>
              <a:buClr>
                <a:schemeClr val="dk1"/>
              </a:buClr>
              <a:buSzPts val="1400"/>
              <a:buFont typeface="Newsreader"/>
              <a:buNone/>
              <a:defRPr>
                <a:solidFill>
                  <a:schemeClr val="dk1"/>
                </a:solidFill>
              </a:defRPr>
            </a:lvl6pPr>
            <a:lvl7pPr lvl="6">
              <a:spcBef>
                <a:spcPts val="0"/>
              </a:spcBef>
              <a:spcAft>
                <a:spcPts val="0"/>
              </a:spcAft>
              <a:buClr>
                <a:schemeClr val="dk1"/>
              </a:buClr>
              <a:buSzPts val="1400"/>
              <a:buFont typeface="Newsreader"/>
              <a:buNone/>
              <a:defRPr>
                <a:solidFill>
                  <a:schemeClr val="dk1"/>
                </a:solidFill>
              </a:defRPr>
            </a:lvl7pPr>
            <a:lvl8pPr lvl="7">
              <a:spcBef>
                <a:spcPts val="0"/>
              </a:spcBef>
              <a:spcAft>
                <a:spcPts val="0"/>
              </a:spcAft>
              <a:buClr>
                <a:schemeClr val="dk1"/>
              </a:buClr>
              <a:buSzPts val="1400"/>
              <a:buFont typeface="Newsreader"/>
              <a:buNone/>
              <a:defRPr>
                <a:solidFill>
                  <a:schemeClr val="dk1"/>
                </a:solidFill>
              </a:defRPr>
            </a:lvl8pPr>
            <a:lvl9pPr lvl="8">
              <a:spcBef>
                <a:spcPts val="0"/>
              </a:spcBef>
              <a:spcAft>
                <a:spcPts val="0"/>
              </a:spcAft>
              <a:buClr>
                <a:schemeClr val="dk1"/>
              </a:buClr>
              <a:buSzPts val="1400"/>
              <a:buFont typeface="Newsreader"/>
              <a:buNone/>
              <a:defRPr>
                <a:solidFill>
                  <a:schemeClr val="dk1"/>
                </a:solidFill>
              </a:defRPr>
            </a:lvl9pPr>
          </a:lstStyle>
          <a:p>
            <a:endParaRPr/>
          </a:p>
        </p:txBody>
      </p:sp>
      <p:sp>
        <p:nvSpPr>
          <p:cNvPr id="163" name="Google Shape;163;p24"/>
          <p:cNvSpPr txBox="1">
            <a:spLocks noGrp="1"/>
          </p:cNvSpPr>
          <p:nvPr>
            <p:ph type="body" idx="3"/>
          </p:nvPr>
        </p:nvSpPr>
        <p:spPr>
          <a:xfrm>
            <a:off x="547575" y="3337797"/>
            <a:ext cx="3492600" cy="1327500"/>
          </a:xfrm>
          <a:prstGeom prst="rect">
            <a:avLst/>
          </a:prstGeom>
        </p:spPr>
        <p:txBody>
          <a:bodyPr spcFirstLastPara="1" wrap="square" lIns="91425" tIns="91425" rIns="91425" bIns="91425" anchor="b" anchorCtr="0">
            <a:noAutofit/>
          </a:bodyPr>
          <a:lstStyle>
            <a:lvl1pPr marL="457200" lvl="0" indent="-2921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marL="914400" lvl="1" indent="-2921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marL="1371600" lvl="2" indent="-2921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marL="1828800" lvl="3" indent="-2921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marL="2286000" lvl="4" indent="-2921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marL="2743200" lvl="5" indent="-2921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marL="3200400" lvl="6" indent="-2921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marL="3657600" lvl="7" indent="-2921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marL="4114800" lvl="8" indent="-292100" algn="ctr">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Header and Four steps">
  <p:cSld name="CUSTOM_7_1_1_1_1_1_1_1_1_1_1_1_1_1_1_1_1_1_2">
    <p:bg>
      <p:bgPr>
        <a:solidFill>
          <a:schemeClr val="lt1"/>
        </a:solidFill>
        <a:effectLst/>
      </p:bgPr>
    </p:bg>
    <p:spTree>
      <p:nvGrpSpPr>
        <p:cNvPr id="1" name="Shape 164"/>
        <p:cNvGrpSpPr/>
        <p:nvPr/>
      </p:nvGrpSpPr>
      <p:grpSpPr>
        <a:xfrm>
          <a:off x="0" y="0"/>
          <a:ext cx="0" cy="0"/>
          <a:chOff x="0" y="0"/>
          <a:chExt cx="0" cy="0"/>
        </a:xfrm>
      </p:grpSpPr>
      <p:sp>
        <p:nvSpPr>
          <p:cNvPr id="165" name="Google Shape;165;p25"/>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166" name="Google Shape;166;p25"/>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67" name="Google Shape;167;p25"/>
          <p:cNvSpPr/>
          <p:nvPr/>
        </p:nvSpPr>
        <p:spPr>
          <a:xfrm>
            <a:off x="50" y="2785800"/>
            <a:ext cx="2294400" cy="23574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DM Sans"/>
              <a:ea typeface="DM Sans"/>
              <a:cs typeface="DM Sans"/>
              <a:sym typeface="DM Sans"/>
            </a:endParaRPr>
          </a:p>
        </p:txBody>
      </p:sp>
      <p:sp>
        <p:nvSpPr>
          <p:cNvPr id="168" name="Google Shape;168;p25"/>
          <p:cNvSpPr/>
          <p:nvPr/>
        </p:nvSpPr>
        <p:spPr>
          <a:xfrm>
            <a:off x="2286125" y="2068875"/>
            <a:ext cx="2294400" cy="30747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DM Sans"/>
              <a:ea typeface="DM Sans"/>
              <a:cs typeface="DM Sans"/>
              <a:sym typeface="DM Sans"/>
            </a:endParaRPr>
          </a:p>
        </p:txBody>
      </p:sp>
      <p:sp>
        <p:nvSpPr>
          <p:cNvPr id="169" name="Google Shape;169;p25"/>
          <p:cNvSpPr/>
          <p:nvPr/>
        </p:nvSpPr>
        <p:spPr>
          <a:xfrm>
            <a:off x="4565475" y="1495326"/>
            <a:ext cx="2294400" cy="36483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DM Sans"/>
              <a:ea typeface="DM Sans"/>
              <a:cs typeface="DM Sans"/>
              <a:sym typeface="DM Sans"/>
            </a:endParaRPr>
          </a:p>
        </p:txBody>
      </p:sp>
      <p:sp>
        <p:nvSpPr>
          <p:cNvPr id="170" name="Google Shape;170;p25"/>
          <p:cNvSpPr/>
          <p:nvPr/>
        </p:nvSpPr>
        <p:spPr>
          <a:xfrm>
            <a:off x="6849550" y="732775"/>
            <a:ext cx="2294400" cy="44106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DM Sans"/>
              <a:ea typeface="DM Sans"/>
              <a:cs typeface="DM Sans"/>
              <a:sym typeface="DM Sans"/>
            </a:endParaRPr>
          </a:p>
        </p:txBody>
      </p:sp>
      <p:sp>
        <p:nvSpPr>
          <p:cNvPr id="171" name="Google Shape;171;p25"/>
          <p:cNvSpPr txBox="1"/>
          <p:nvPr/>
        </p:nvSpPr>
        <p:spPr>
          <a:xfrm>
            <a:off x="375350" y="4481351"/>
            <a:ext cx="675900" cy="152400"/>
          </a:xfrm>
          <a:prstGeom prst="rect">
            <a:avLst/>
          </a:prstGeom>
          <a:noFill/>
          <a:ln>
            <a:noFill/>
          </a:ln>
        </p:spPr>
        <p:txBody>
          <a:bodyPr spcFirstLastPara="1" wrap="square" lIns="0" tIns="0" rIns="91425" bIns="0" anchor="b" anchorCtr="0">
            <a:noAutofit/>
          </a:bodyPr>
          <a:lstStyle/>
          <a:p>
            <a:pPr marL="0" lvl="0" indent="0" algn="l" rtl="0">
              <a:lnSpc>
                <a:spcPct val="90000"/>
              </a:lnSpc>
              <a:spcBef>
                <a:spcPts val="0"/>
              </a:spcBef>
              <a:spcAft>
                <a:spcPts val="0"/>
              </a:spcAft>
              <a:buNone/>
            </a:pPr>
            <a:r>
              <a:rPr lang="en" sz="3000">
                <a:solidFill>
                  <a:schemeClr val="lt1"/>
                </a:solidFill>
                <a:latin typeface="Newsreader"/>
                <a:ea typeface="Newsreader"/>
                <a:cs typeface="Newsreader"/>
                <a:sym typeface="Newsreader"/>
              </a:rPr>
              <a:t>01</a:t>
            </a:r>
            <a:endParaRPr sz="3000">
              <a:solidFill>
                <a:schemeClr val="lt1"/>
              </a:solidFill>
              <a:latin typeface="Newsreader"/>
              <a:ea typeface="Newsreader"/>
              <a:cs typeface="Newsreader"/>
              <a:sym typeface="Newsreader"/>
            </a:endParaRPr>
          </a:p>
        </p:txBody>
      </p:sp>
      <p:sp>
        <p:nvSpPr>
          <p:cNvPr id="172" name="Google Shape;172;p25"/>
          <p:cNvSpPr txBox="1"/>
          <p:nvPr/>
        </p:nvSpPr>
        <p:spPr>
          <a:xfrm>
            <a:off x="2665113" y="4481351"/>
            <a:ext cx="675900" cy="152400"/>
          </a:xfrm>
          <a:prstGeom prst="rect">
            <a:avLst/>
          </a:prstGeom>
          <a:noFill/>
          <a:ln>
            <a:noFill/>
          </a:ln>
        </p:spPr>
        <p:txBody>
          <a:bodyPr spcFirstLastPara="1" wrap="square" lIns="0" tIns="0" rIns="91425" bIns="0" anchor="b" anchorCtr="0">
            <a:noAutofit/>
          </a:bodyPr>
          <a:lstStyle/>
          <a:p>
            <a:pPr marL="0" lvl="0" indent="0" algn="l" rtl="0">
              <a:lnSpc>
                <a:spcPct val="90000"/>
              </a:lnSpc>
              <a:spcBef>
                <a:spcPts val="0"/>
              </a:spcBef>
              <a:spcAft>
                <a:spcPts val="0"/>
              </a:spcAft>
              <a:buNone/>
            </a:pPr>
            <a:r>
              <a:rPr lang="en" sz="3000">
                <a:solidFill>
                  <a:schemeClr val="dk1"/>
                </a:solidFill>
                <a:latin typeface="Newsreader"/>
                <a:ea typeface="Newsreader"/>
                <a:cs typeface="Newsreader"/>
                <a:sym typeface="Newsreader"/>
              </a:rPr>
              <a:t>02</a:t>
            </a:r>
            <a:endParaRPr sz="3000">
              <a:solidFill>
                <a:schemeClr val="dk1"/>
              </a:solidFill>
              <a:latin typeface="Newsreader"/>
              <a:ea typeface="Newsreader"/>
              <a:cs typeface="Newsreader"/>
              <a:sym typeface="Newsreader"/>
            </a:endParaRPr>
          </a:p>
        </p:txBody>
      </p:sp>
      <p:sp>
        <p:nvSpPr>
          <p:cNvPr id="173" name="Google Shape;173;p25"/>
          <p:cNvSpPr txBox="1"/>
          <p:nvPr/>
        </p:nvSpPr>
        <p:spPr>
          <a:xfrm>
            <a:off x="4937688" y="4481351"/>
            <a:ext cx="675900" cy="152400"/>
          </a:xfrm>
          <a:prstGeom prst="rect">
            <a:avLst/>
          </a:prstGeom>
          <a:noFill/>
          <a:ln>
            <a:noFill/>
          </a:ln>
        </p:spPr>
        <p:txBody>
          <a:bodyPr spcFirstLastPara="1" wrap="square" lIns="0" tIns="0" rIns="91425" bIns="0" anchor="b" anchorCtr="0">
            <a:noAutofit/>
          </a:bodyPr>
          <a:lstStyle/>
          <a:p>
            <a:pPr marL="0" lvl="0" indent="0" algn="l" rtl="0">
              <a:lnSpc>
                <a:spcPct val="90000"/>
              </a:lnSpc>
              <a:spcBef>
                <a:spcPts val="0"/>
              </a:spcBef>
              <a:spcAft>
                <a:spcPts val="0"/>
              </a:spcAft>
              <a:buNone/>
            </a:pPr>
            <a:r>
              <a:rPr lang="en" sz="3000">
                <a:solidFill>
                  <a:schemeClr val="lt1"/>
                </a:solidFill>
                <a:latin typeface="Newsreader"/>
                <a:ea typeface="Newsreader"/>
                <a:cs typeface="Newsreader"/>
                <a:sym typeface="Newsreader"/>
              </a:rPr>
              <a:t>03</a:t>
            </a:r>
            <a:endParaRPr sz="3000">
              <a:solidFill>
                <a:schemeClr val="lt1"/>
              </a:solidFill>
              <a:latin typeface="Newsreader"/>
              <a:ea typeface="Newsreader"/>
              <a:cs typeface="Newsreader"/>
              <a:sym typeface="Newsreader"/>
            </a:endParaRPr>
          </a:p>
        </p:txBody>
      </p:sp>
      <p:sp>
        <p:nvSpPr>
          <p:cNvPr id="174" name="Google Shape;174;p25"/>
          <p:cNvSpPr txBox="1"/>
          <p:nvPr/>
        </p:nvSpPr>
        <p:spPr>
          <a:xfrm>
            <a:off x="7230513" y="4481351"/>
            <a:ext cx="675900" cy="152400"/>
          </a:xfrm>
          <a:prstGeom prst="rect">
            <a:avLst/>
          </a:prstGeom>
          <a:noFill/>
          <a:ln>
            <a:noFill/>
          </a:ln>
        </p:spPr>
        <p:txBody>
          <a:bodyPr spcFirstLastPara="1" wrap="square" lIns="0" tIns="0" rIns="91425" bIns="0" anchor="b" anchorCtr="0">
            <a:noAutofit/>
          </a:bodyPr>
          <a:lstStyle/>
          <a:p>
            <a:pPr marL="0" lvl="0" indent="0" algn="l" rtl="0">
              <a:lnSpc>
                <a:spcPct val="90000"/>
              </a:lnSpc>
              <a:spcBef>
                <a:spcPts val="0"/>
              </a:spcBef>
              <a:spcAft>
                <a:spcPts val="0"/>
              </a:spcAft>
              <a:buNone/>
            </a:pPr>
            <a:r>
              <a:rPr lang="en" sz="3000">
                <a:solidFill>
                  <a:schemeClr val="lt1"/>
                </a:solidFill>
                <a:latin typeface="Newsreader"/>
                <a:ea typeface="Newsreader"/>
                <a:cs typeface="Newsreader"/>
                <a:sym typeface="Newsreader"/>
              </a:rPr>
              <a:t>04</a:t>
            </a:r>
            <a:endParaRPr sz="3000">
              <a:solidFill>
                <a:schemeClr val="lt1"/>
              </a:solidFill>
              <a:latin typeface="Newsreader"/>
              <a:ea typeface="Newsreader"/>
              <a:cs typeface="Newsreader"/>
              <a:sym typeface="Newsreader"/>
            </a:endParaRPr>
          </a:p>
        </p:txBody>
      </p:sp>
      <p:sp>
        <p:nvSpPr>
          <p:cNvPr id="175" name="Google Shape;175;p25"/>
          <p:cNvSpPr txBox="1">
            <a:spLocks noGrp="1"/>
          </p:cNvSpPr>
          <p:nvPr>
            <p:ph type="title"/>
          </p:nvPr>
        </p:nvSpPr>
        <p:spPr>
          <a:xfrm>
            <a:off x="361975" y="988782"/>
            <a:ext cx="3231600" cy="7605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2200"/>
              <a:buFont typeface="Newsreader"/>
              <a:buNone/>
              <a:defRPr sz="2200">
                <a:solidFill>
                  <a:schemeClr val="dk1"/>
                </a:solidFill>
              </a:defRPr>
            </a:lvl1pPr>
            <a:lvl2pPr lvl="1">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a:endParaRPr/>
          </a:p>
        </p:txBody>
      </p:sp>
      <p:sp>
        <p:nvSpPr>
          <p:cNvPr id="176" name="Google Shape;176;p25"/>
          <p:cNvSpPr txBox="1">
            <a:spLocks noGrp="1"/>
          </p:cNvSpPr>
          <p:nvPr>
            <p:ph type="subTitle" idx="2"/>
          </p:nvPr>
        </p:nvSpPr>
        <p:spPr>
          <a:xfrm>
            <a:off x="382691" y="3129231"/>
            <a:ext cx="1257300" cy="152400"/>
          </a:xfrm>
          <a:prstGeom prst="rect">
            <a:avLst/>
          </a:prstGeom>
        </p:spPr>
        <p:txBody>
          <a:bodyPr spcFirstLastPara="1" wrap="square" lIns="0" tIns="0" rIns="0" bIns="0" anchor="t" anchorCtr="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7" name="Google Shape;177;p25"/>
          <p:cNvSpPr txBox="1">
            <a:spLocks noGrp="1"/>
          </p:cNvSpPr>
          <p:nvPr>
            <p:ph type="subTitle" idx="3"/>
          </p:nvPr>
        </p:nvSpPr>
        <p:spPr>
          <a:xfrm>
            <a:off x="377048" y="3344302"/>
            <a:ext cx="1689600" cy="969000"/>
          </a:xfrm>
          <a:prstGeom prst="rect">
            <a:avLst/>
          </a:prstGeom>
        </p:spPr>
        <p:txBody>
          <a:bodyPr spcFirstLastPara="1" wrap="square" lIns="0" tIns="0" rIns="0" bIns="0" anchor="t" anchorCtr="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a:endParaRPr/>
          </a:p>
        </p:txBody>
      </p:sp>
      <p:sp>
        <p:nvSpPr>
          <p:cNvPr id="178" name="Google Shape;178;p25"/>
          <p:cNvSpPr txBox="1">
            <a:spLocks noGrp="1"/>
          </p:cNvSpPr>
          <p:nvPr>
            <p:ph type="subTitle" idx="4"/>
          </p:nvPr>
        </p:nvSpPr>
        <p:spPr>
          <a:xfrm>
            <a:off x="2671462" y="2450249"/>
            <a:ext cx="1257300" cy="1524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79" name="Google Shape;179;p25"/>
          <p:cNvSpPr txBox="1">
            <a:spLocks noGrp="1"/>
          </p:cNvSpPr>
          <p:nvPr>
            <p:ph type="subTitle" idx="5"/>
          </p:nvPr>
        </p:nvSpPr>
        <p:spPr>
          <a:xfrm>
            <a:off x="2665825" y="2665171"/>
            <a:ext cx="1689600" cy="14232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a:endParaRPr/>
          </a:p>
        </p:txBody>
      </p:sp>
      <p:sp>
        <p:nvSpPr>
          <p:cNvPr id="180" name="Google Shape;180;p25"/>
          <p:cNvSpPr txBox="1">
            <a:spLocks noGrp="1"/>
          </p:cNvSpPr>
          <p:nvPr>
            <p:ph type="subTitle" idx="6"/>
          </p:nvPr>
        </p:nvSpPr>
        <p:spPr>
          <a:xfrm>
            <a:off x="4943337" y="1884672"/>
            <a:ext cx="1257300" cy="152400"/>
          </a:xfrm>
          <a:prstGeom prst="rect">
            <a:avLst/>
          </a:prstGeom>
        </p:spPr>
        <p:txBody>
          <a:bodyPr spcFirstLastPara="1" wrap="square" lIns="0" tIns="0" rIns="0" bIns="0" anchor="t" anchorCtr="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1" name="Google Shape;181;p25"/>
          <p:cNvSpPr txBox="1">
            <a:spLocks noGrp="1"/>
          </p:cNvSpPr>
          <p:nvPr>
            <p:ph type="subTitle" idx="7"/>
          </p:nvPr>
        </p:nvSpPr>
        <p:spPr>
          <a:xfrm>
            <a:off x="4937700" y="2099593"/>
            <a:ext cx="1689600" cy="1620600"/>
          </a:xfrm>
          <a:prstGeom prst="rect">
            <a:avLst/>
          </a:prstGeom>
        </p:spPr>
        <p:txBody>
          <a:bodyPr spcFirstLastPara="1" wrap="square" lIns="0" tIns="0" rIns="0" bIns="0" anchor="t" anchorCtr="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a:endParaRPr/>
          </a:p>
        </p:txBody>
      </p:sp>
      <p:sp>
        <p:nvSpPr>
          <p:cNvPr id="182" name="Google Shape;182;p25"/>
          <p:cNvSpPr txBox="1">
            <a:spLocks noGrp="1"/>
          </p:cNvSpPr>
          <p:nvPr>
            <p:ph type="subTitle" idx="8"/>
          </p:nvPr>
        </p:nvSpPr>
        <p:spPr>
          <a:xfrm>
            <a:off x="7238787" y="1057472"/>
            <a:ext cx="1257300" cy="152400"/>
          </a:xfrm>
          <a:prstGeom prst="rect">
            <a:avLst/>
          </a:prstGeom>
        </p:spPr>
        <p:txBody>
          <a:bodyPr spcFirstLastPara="1" wrap="square" lIns="0" tIns="0" rIns="0" bIns="0" anchor="t" anchorCtr="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3" name="Google Shape;183;p25"/>
          <p:cNvSpPr txBox="1">
            <a:spLocks noGrp="1"/>
          </p:cNvSpPr>
          <p:nvPr>
            <p:ph type="subTitle" idx="9"/>
          </p:nvPr>
        </p:nvSpPr>
        <p:spPr>
          <a:xfrm>
            <a:off x="7233150" y="1272358"/>
            <a:ext cx="1689600" cy="2196000"/>
          </a:xfrm>
          <a:prstGeom prst="rect">
            <a:avLst/>
          </a:prstGeom>
        </p:spPr>
        <p:txBody>
          <a:bodyPr spcFirstLastPara="1" wrap="square" lIns="0" tIns="0" rIns="0" bIns="0" anchor="t" anchorCtr="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Quote - Light">
  <p:cSld name="CUSTOM_7_1_1_1_1_1_1_1_1_1_1_1_1_1_1_1_1_1_1_1">
    <p:spTree>
      <p:nvGrpSpPr>
        <p:cNvPr id="1" name="Shape 184"/>
        <p:cNvGrpSpPr/>
        <p:nvPr/>
      </p:nvGrpSpPr>
      <p:grpSpPr>
        <a:xfrm>
          <a:off x="0" y="0"/>
          <a:ext cx="0" cy="0"/>
          <a:chOff x="0" y="0"/>
          <a:chExt cx="0" cy="0"/>
        </a:xfrm>
      </p:grpSpPr>
      <p:sp>
        <p:nvSpPr>
          <p:cNvPr id="185" name="Google Shape;185;p26"/>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186" name="Google Shape;186;p26"/>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7" name="Google Shape;187;p26"/>
          <p:cNvSpPr txBox="1">
            <a:spLocks noGrp="1"/>
          </p:cNvSpPr>
          <p:nvPr>
            <p:ph type="title"/>
          </p:nvPr>
        </p:nvSpPr>
        <p:spPr>
          <a:xfrm>
            <a:off x="1453650" y="1325938"/>
            <a:ext cx="6236700" cy="2011800"/>
          </a:xfrm>
          <a:prstGeom prst="rect">
            <a:avLst/>
          </a:prstGeom>
        </p:spPr>
        <p:txBody>
          <a:bodyPr spcFirstLastPara="1" wrap="square" lIns="0" tIns="0" rIns="0" bIns="0" anchor="t" anchorCtr="0">
            <a:noAutofit/>
          </a:bodyPr>
          <a:lstStyle>
            <a:lvl1pPr lvl="0">
              <a:spcBef>
                <a:spcPts val="0"/>
              </a:spcBef>
              <a:spcAft>
                <a:spcPts val="0"/>
              </a:spcAft>
              <a:buNone/>
              <a:defRPr sz="2500"/>
            </a:lvl1pPr>
            <a:lvl2pPr lvl="1">
              <a:spcBef>
                <a:spcPts val="0"/>
              </a:spcBef>
              <a:spcAft>
                <a:spcPts val="0"/>
              </a:spcAft>
              <a:buNone/>
              <a:defRPr sz="2500"/>
            </a:lvl2pPr>
            <a:lvl3pPr lvl="2">
              <a:spcBef>
                <a:spcPts val="0"/>
              </a:spcBef>
              <a:spcAft>
                <a:spcPts val="0"/>
              </a:spcAft>
              <a:buNone/>
              <a:defRPr sz="2500"/>
            </a:lvl3pPr>
            <a:lvl4pPr lvl="3">
              <a:spcBef>
                <a:spcPts val="0"/>
              </a:spcBef>
              <a:spcAft>
                <a:spcPts val="0"/>
              </a:spcAft>
              <a:buNone/>
              <a:defRPr sz="2500"/>
            </a:lvl4pPr>
            <a:lvl5pPr lvl="4">
              <a:spcBef>
                <a:spcPts val="0"/>
              </a:spcBef>
              <a:spcAft>
                <a:spcPts val="0"/>
              </a:spcAft>
              <a:buNone/>
              <a:defRPr sz="2500"/>
            </a:lvl5pPr>
            <a:lvl6pPr lvl="5">
              <a:spcBef>
                <a:spcPts val="0"/>
              </a:spcBef>
              <a:spcAft>
                <a:spcPts val="0"/>
              </a:spcAft>
              <a:buNone/>
              <a:defRPr sz="2500"/>
            </a:lvl6pPr>
            <a:lvl7pPr lvl="6">
              <a:spcBef>
                <a:spcPts val="0"/>
              </a:spcBef>
              <a:spcAft>
                <a:spcPts val="0"/>
              </a:spcAft>
              <a:buNone/>
              <a:defRPr sz="2500"/>
            </a:lvl7pPr>
            <a:lvl8pPr lvl="7">
              <a:spcBef>
                <a:spcPts val="0"/>
              </a:spcBef>
              <a:spcAft>
                <a:spcPts val="0"/>
              </a:spcAft>
              <a:buNone/>
              <a:defRPr sz="2500"/>
            </a:lvl8pPr>
            <a:lvl9pPr lvl="8">
              <a:spcBef>
                <a:spcPts val="0"/>
              </a:spcBef>
              <a:spcAft>
                <a:spcPts val="0"/>
              </a:spcAft>
              <a:buNone/>
              <a:defRPr sz="2500"/>
            </a:lvl9pPr>
          </a:lstStyle>
          <a:p>
            <a:endParaRPr/>
          </a:p>
        </p:txBody>
      </p:sp>
      <p:sp>
        <p:nvSpPr>
          <p:cNvPr id="188" name="Google Shape;188;p26"/>
          <p:cNvSpPr>
            <a:spLocks noGrp="1"/>
          </p:cNvSpPr>
          <p:nvPr>
            <p:ph type="pic" idx="2"/>
          </p:nvPr>
        </p:nvSpPr>
        <p:spPr>
          <a:xfrm>
            <a:off x="1442350" y="3492500"/>
            <a:ext cx="408900" cy="408900"/>
          </a:xfrm>
          <a:prstGeom prst="ellipse">
            <a:avLst/>
          </a:prstGeom>
          <a:noFill/>
          <a:ln>
            <a:noFill/>
          </a:ln>
        </p:spPr>
      </p:sp>
      <p:sp>
        <p:nvSpPr>
          <p:cNvPr id="189" name="Google Shape;189;p26"/>
          <p:cNvSpPr txBox="1">
            <a:spLocks noGrp="1"/>
          </p:cNvSpPr>
          <p:nvPr>
            <p:ph type="subTitle" idx="3"/>
          </p:nvPr>
        </p:nvSpPr>
        <p:spPr>
          <a:xfrm>
            <a:off x="1957375" y="3536000"/>
            <a:ext cx="2661600" cy="187800"/>
          </a:xfrm>
          <a:prstGeom prst="rect">
            <a:avLst/>
          </a:prstGeom>
        </p:spPr>
        <p:txBody>
          <a:bodyPr spcFirstLastPara="1" wrap="square" lIns="0" tIns="0" rIns="0" bIns="0" anchor="ctr" anchorCtr="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a:endParaRPr/>
          </a:p>
        </p:txBody>
      </p:sp>
      <p:sp>
        <p:nvSpPr>
          <p:cNvPr id="190" name="Google Shape;190;p26"/>
          <p:cNvSpPr txBox="1">
            <a:spLocks noGrp="1"/>
          </p:cNvSpPr>
          <p:nvPr>
            <p:ph type="subTitle" idx="4"/>
          </p:nvPr>
        </p:nvSpPr>
        <p:spPr>
          <a:xfrm>
            <a:off x="1957375" y="3678443"/>
            <a:ext cx="2661600" cy="187800"/>
          </a:xfrm>
          <a:prstGeom prst="rect">
            <a:avLst/>
          </a:prstGeom>
        </p:spPr>
        <p:txBody>
          <a:bodyPr spcFirstLastPara="1" wrap="square" lIns="0" tIns="0" rIns="0" bIns="0" anchor="ctr" anchorCtr="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Quote - Dark">
  <p:cSld name="CUSTOM_7_1_1_1_1_1_1_1_1_1_1_1_1_1_1_1_1_1_1_1_1">
    <p:bg>
      <p:bgPr>
        <a:solidFill>
          <a:schemeClr val="lt1"/>
        </a:solidFill>
        <a:effectLst/>
      </p:bgPr>
    </p:bg>
    <p:spTree>
      <p:nvGrpSpPr>
        <p:cNvPr id="1" name="Shape 191"/>
        <p:cNvGrpSpPr/>
        <p:nvPr/>
      </p:nvGrpSpPr>
      <p:grpSpPr>
        <a:xfrm>
          <a:off x="0" y="0"/>
          <a:ext cx="0" cy="0"/>
          <a:chOff x="0" y="0"/>
          <a:chExt cx="0" cy="0"/>
        </a:xfrm>
      </p:grpSpPr>
      <p:sp>
        <p:nvSpPr>
          <p:cNvPr id="192" name="Google Shape;192;p27"/>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193" name="Google Shape;193;p27"/>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94" name="Google Shape;194;p27"/>
          <p:cNvSpPr txBox="1">
            <a:spLocks noGrp="1"/>
          </p:cNvSpPr>
          <p:nvPr>
            <p:ph type="title"/>
          </p:nvPr>
        </p:nvSpPr>
        <p:spPr>
          <a:xfrm>
            <a:off x="1453650" y="1325938"/>
            <a:ext cx="6236700" cy="2011800"/>
          </a:xfrm>
          <a:prstGeom prst="rect">
            <a:avLst/>
          </a:prstGeom>
        </p:spPr>
        <p:txBody>
          <a:bodyPr spcFirstLastPara="1" wrap="square" lIns="0" tIns="0" rIns="0" bIns="0" anchor="t" anchorCtr="0">
            <a:noAutofit/>
          </a:bodyPr>
          <a:lstStyle>
            <a:lvl1pPr lvl="0">
              <a:spcBef>
                <a:spcPts val="0"/>
              </a:spcBef>
              <a:spcAft>
                <a:spcPts val="0"/>
              </a:spcAft>
              <a:buNone/>
              <a:defRPr sz="2500">
                <a:solidFill>
                  <a:schemeClr val="dk1"/>
                </a:solidFill>
              </a:defRPr>
            </a:lvl1pPr>
            <a:lvl2pPr lvl="1">
              <a:spcBef>
                <a:spcPts val="0"/>
              </a:spcBef>
              <a:spcAft>
                <a:spcPts val="0"/>
              </a:spcAft>
              <a:buNone/>
              <a:defRPr sz="2500">
                <a:solidFill>
                  <a:schemeClr val="dk1"/>
                </a:solidFill>
              </a:defRPr>
            </a:lvl2pPr>
            <a:lvl3pPr lvl="2">
              <a:spcBef>
                <a:spcPts val="0"/>
              </a:spcBef>
              <a:spcAft>
                <a:spcPts val="0"/>
              </a:spcAft>
              <a:buNone/>
              <a:defRPr sz="2500">
                <a:solidFill>
                  <a:schemeClr val="dk1"/>
                </a:solidFill>
              </a:defRPr>
            </a:lvl3pPr>
            <a:lvl4pPr lvl="3">
              <a:spcBef>
                <a:spcPts val="0"/>
              </a:spcBef>
              <a:spcAft>
                <a:spcPts val="0"/>
              </a:spcAft>
              <a:buNone/>
              <a:defRPr sz="2500">
                <a:solidFill>
                  <a:schemeClr val="dk1"/>
                </a:solidFill>
              </a:defRPr>
            </a:lvl4pPr>
            <a:lvl5pPr lvl="4">
              <a:spcBef>
                <a:spcPts val="0"/>
              </a:spcBef>
              <a:spcAft>
                <a:spcPts val="0"/>
              </a:spcAft>
              <a:buNone/>
              <a:defRPr sz="2500">
                <a:solidFill>
                  <a:schemeClr val="dk1"/>
                </a:solidFill>
              </a:defRPr>
            </a:lvl5pPr>
            <a:lvl6pPr lvl="5">
              <a:spcBef>
                <a:spcPts val="0"/>
              </a:spcBef>
              <a:spcAft>
                <a:spcPts val="0"/>
              </a:spcAft>
              <a:buNone/>
              <a:defRPr sz="2500">
                <a:solidFill>
                  <a:schemeClr val="dk1"/>
                </a:solidFill>
              </a:defRPr>
            </a:lvl6pPr>
            <a:lvl7pPr lvl="6">
              <a:spcBef>
                <a:spcPts val="0"/>
              </a:spcBef>
              <a:spcAft>
                <a:spcPts val="0"/>
              </a:spcAft>
              <a:buNone/>
              <a:defRPr sz="2500">
                <a:solidFill>
                  <a:schemeClr val="dk1"/>
                </a:solidFill>
              </a:defRPr>
            </a:lvl7pPr>
            <a:lvl8pPr lvl="7">
              <a:spcBef>
                <a:spcPts val="0"/>
              </a:spcBef>
              <a:spcAft>
                <a:spcPts val="0"/>
              </a:spcAft>
              <a:buNone/>
              <a:defRPr sz="2500">
                <a:solidFill>
                  <a:schemeClr val="dk1"/>
                </a:solidFill>
              </a:defRPr>
            </a:lvl8pPr>
            <a:lvl9pPr lvl="8">
              <a:spcBef>
                <a:spcPts val="0"/>
              </a:spcBef>
              <a:spcAft>
                <a:spcPts val="0"/>
              </a:spcAft>
              <a:buNone/>
              <a:defRPr sz="2500">
                <a:solidFill>
                  <a:schemeClr val="dk1"/>
                </a:solidFill>
              </a:defRPr>
            </a:lvl9pPr>
          </a:lstStyle>
          <a:p>
            <a:endParaRPr/>
          </a:p>
        </p:txBody>
      </p:sp>
      <p:sp>
        <p:nvSpPr>
          <p:cNvPr id="195" name="Google Shape;195;p27"/>
          <p:cNvSpPr>
            <a:spLocks noGrp="1"/>
          </p:cNvSpPr>
          <p:nvPr>
            <p:ph type="pic" idx="2"/>
          </p:nvPr>
        </p:nvSpPr>
        <p:spPr>
          <a:xfrm>
            <a:off x="1442350" y="3492500"/>
            <a:ext cx="408900" cy="408900"/>
          </a:xfrm>
          <a:prstGeom prst="ellipse">
            <a:avLst/>
          </a:prstGeom>
          <a:noFill/>
          <a:ln>
            <a:noFill/>
          </a:ln>
        </p:spPr>
      </p:sp>
      <p:sp>
        <p:nvSpPr>
          <p:cNvPr id="196" name="Google Shape;196;p27"/>
          <p:cNvSpPr txBox="1">
            <a:spLocks noGrp="1"/>
          </p:cNvSpPr>
          <p:nvPr>
            <p:ph type="subTitle" idx="3"/>
          </p:nvPr>
        </p:nvSpPr>
        <p:spPr>
          <a:xfrm>
            <a:off x="1957375" y="3536000"/>
            <a:ext cx="2661600" cy="1878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a:endParaRPr/>
          </a:p>
        </p:txBody>
      </p:sp>
      <p:sp>
        <p:nvSpPr>
          <p:cNvPr id="197" name="Google Shape;197;p27"/>
          <p:cNvSpPr txBox="1">
            <a:spLocks noGrp="1"/>
          </p:cNvSpPr>
          <p:nvPr>
            <p:ph type="subTitle" idx="4"/>
          </p:nvPr>
        </p:nvSpPr>
        <p:spPr>
          <a:xfrm>
            <a:off x="1957375" y="3678443"/>
            <a:ext cx="2661600" cy="1878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Five modules">
  <p:cSld name="CUSTOM">
    <p:bg>
      <p:bgPr>
        <a:solidFill>
          <a:schemeClr val="lt1"/>
        </a:solidFill>
        <a:effectLst/>
      </p:bgPr>
    </p:bg>
    <p:spTree>
      <p:nvGrpSpPr>
        <p:cNvPr id="1" name="Shape 198"/>
        <p:cNvGrpSpPr/>
        <p:nvPr/>
      </p:nvGrpSpPr>
      <p:grpSpPr>
        <a:xfrm>
          <a:off x="0" y="0"/>
          <a:ext cx="0" cy="0"/>
          <a:chOff x="0" y="0"/>
          <a:chExt cx="0" cy="0"/>
        </a:xfrm>
      </p:grpSpPr>
      <p:sp>
        <p:nvSpPr>
          <p:cNvPr id="199" name="Google Shape;199;p28"/>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00" name="Google Shape;200;p28"/>
          <p:cNvSpPr txBox="1">
            <a:spLocks noGrp="1"/>
          </p:cNvSpPr>
          <p:nvPr>
            <p:ph type="title"/>
          </p:nvPr>
        </p:nvSpPr>
        <p:spPr>
          <a:xfrm>
            <a:off x="361975" y="988555"/>
            <a:ext cx="38601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a:endParaRPr/>
          </a:p>
        </p:txBody>
      </p:sp>
      <p:sp>
        <p:nvSpPr>
          <p:cNvPr id="201" name="Google Shape;201;p28"/>
          <p:cNvSpPr txBox="1">
            <a:spLocks noGrp="1"/>
          </p:cNvSpPr>
          <p:nvPr>
            <p:ph type="subTitle" idx="2"/>
          </p:nvPr>
        </p:nvSpPr>
        <p:spPr>
          <a:xfrm>
            <a:off x="361975" y="732775"/>
            <a:ext cx="3860100" cy="138600"/>
          </a:xfrm>
          <a:prstGeom prst="rect">
            <a:avLst/>
          </a:prstGeom>
        </p:spPr>
        <p:txBody>
          <a:bodyPr spcFirstLastPara="1" wrap="square" lIns="0" tIns="0" rIns="0" bIns="0" anchor="b" anchorCtr="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02" name="Google Shape;202;p28"/>
          <p:cNvSpPr txBox="1">
            <a:spLocks noGrp="1"/>
          </p:cNvSpPr>
          <p:nvPr>
            <p:ph type="body" idx="3"/>
          </p:nvPr>
        </p:nvSpPr>
        <p:spPr>
          <a:xfrm>
            <a:off x="361975" y="3256513"/>
            <a:ext cx="3860100" cy="1327500"/>
          </a:xfrm>
          <a:prstGeom prst="rect">
            <a:avLst/>
          </a:prstGeom>
        </p:spPr>
        <p:txBody>
          <a:bodyPr spcFirstLastPara="1" wrap="square" lIns="0" tIns="0" rIns="0" bIns="0" anchor="b" anchorCtr="0">
            <a:noAutofit/>
          </a:bodyPr>
          <a:lstStyle>
            <a:lvl1pPr marL="457200" lvl="0" indent="-2921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marL="914400" lvl="1"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marL="1371600" lvl="2"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marL="1828800" lvl="3"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marL="2286000" lvl="4"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marL="2743200" lvl="5"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marL="3200400" lvl="6"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marL="3657600" lvl="7" indent="-2921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marL="4114800" lvl="8" indent="-2921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a:endParaRPr/>
          </a:p>
        </p:txBody>
      </p:sp>
      <p:sp>
        <p:nvSpPr>
          <p:cNvPr id="203" name="Google Shape;203;p28"/>
          <p:cNvSpPr txBox="1">
            <a:spLocks noGrp="1"/>
          </p:cNvSpPr>
          <p:nvPr>
            <p:ph type="title" idx="4"/>
          </p:nvPr>
        </p:nvSpPr>
        <p:spPr>
          <a:xfrm>
            <a:off x="4800825" y="258072"/>
            <a:ext cx="17622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a:endParaRPr/>
          </a:p>
        </p:txBody>
      </p:sp>
      <p:sp>
        <p:nvSpPr>
          <p:cNvPr id="204" name="Google Shape;204;p28"/>
          <p:cNvSpPr txBox="1">
            <a:spLocks noGrp="1"/>
          </p:cNvSpPr>
          <p:nvPr>
            <p:ph type="title" idx="5"/>
          </p:nvPr>
        </p:nvSpPr>
        <p:spPr>
          <a:xfrm>
            <a:off x="7094925" y="258072"/>
            <a:ext cx="17622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a:endParaRPr/>
          </a:p>
        </p:txBody>
      </p:sp>
      <p:sp>
        <p:nvSpPr>
          <p:cNvPr id="205" name="Google Shape;205;p28"/>
          <p:cNvSpPr txBox="1">
            <a:spLocks noGrp="1"/>
          </p:cNvSpPr>
          <p:nvPr>
            <p:ph type="title" idx="6"/>
          </p:nvPr>
        </p:nvSpPr>
        <p:spPr>
          <a:xfrm>
            <a:off x="4800825" y="1698225"/>
            <a:ext cx="17622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a:endParaRPr/>
          </a:p>
        </p:txBody>
      </p:sp>
      <p:sp>
        <p:nvSpPr>
          <p:cNvPr id="206" name="Google Shape;206;p28"/>
          <p:cNvSpPr txBox="1">
            <a:spLocks noGrp="1"/>
          </p:cNvSpPr>
          <p:nvPr>
            <p:ph type="body" idx="7"/>
          </p:nvPr>
        </p:nvSpPr>
        <p:spPr>
          <a:xfrm>
            <a:off x="4800825" y="4122308"/>
            <a:ext cx="3975900" cy="461700"/>
          </a:xfrm>
          <a:prstGeom prst="rect">
            <a:avLst/>
          </a:prstGeom>
        </p:spPr>
        <p:txBody>
          <a:bodyPr spcFirstLastPara="1" wrap="square" lIns="0" tIns="0" rIns="0" bIns="0" anchor="b" anchorCtr="0">
            <a:noAutofit/>
          </a:bodyPr>
          <a:lstStyle>
            <a:lvl1pPr marL="457200" lvl="0" indent="-292100">
              <a:spcBef>
                <a:spcPts val="0"/>
              </a:spcBef>
              <a:spcAft>
                <a:spcPts val="0"/>
              </a:spcAft>
              <a:buClr>
                <a:schemeClr val="lt1"/>
              </a:buClr>
              <a:buSzPts val="1000"/>
              <a:buFont typeface="DM Sans"/>
              <a:buChar char="●"/>
              <a:defRPr sz="1000"/>
            </a:lvl1pPr>
            <a:lvl2pPr marL="914400" lvl="1" indent="-292100">
              <a:spcBef>
                <a:spcPts val="800"/>
              </a:spcBef>
              <a:spcAft>
                <a:spcPts val="0"/>
              </a:spcAft>
              <a:buClr>
                <a:schemeClr val="lt1"/>
              </a:buClr>
              <a:buSzPts val="1000"/>
              <a:buFont typeface="DM Sans"/>
              <a:buChar char="○"/>
              <a:defRPr sz="1000"/>
            </a:lvl2pPr>
            <a:lvl3pPr marL="1371600" lvl="2" indent="-292100">
              <a:spcBef>
                <a:spcPts val="800"/>
              </a:spcBef>
              <a:spcAft>
                <a:spcPts val="0"/>
              </a:spcAft>
              <a:buClr>
                <a:schemeClr val="lt1"/>
              </a:buClr>
              <a:buSzPts val="1000"/>
              <a:buFont typeface="DM Sans"/>
              <a:buChar char="■"/>
              <a:defRPr sz="1000"/>
            </a:lvl3pPr>
            <a:lvl4pPr marL="1828800" lvl="3" indent="-292100">
              <a:spcBef>
                <a:spcPts val="800"/>
              </a:spcBef>
              <a:spcAft>
                <a:spcPts val="0"/>
              </a:spcAft>
              <a:buClr>
                <a:schemeClr val="lt1"/>
              </a:buClr>
              <a:buSzPts val="1000"/>
              <a:buFont typeface="DM Sans"/>
              <a:buChar char="●"/>
              <a:defRPr sz="1000"/>
            </a:lvl4pPr>
            <a:lvl5pPr marL="2286000" lvl="4" indent="-292100">
              <a:spcBef>
                <a:spcPts val="800"/>
              </a:spcBef>
              <a:spcAft>
                <a:spcPts val="0"/>
              </a:spcAft>
              <a:buClr>
                <a:schemeClr val="lt1"/>
              </a:buClr>
              <a:buSzPts val="1000"/>
              <a:buFont typeface="DM Sans"/>
              <a:buChar char="○"/>
              <a:defRPr sz="1000"/>
            </a:lvl5pPr>
            <a:lvl6pPr marL="2743200" lvl="5" indent="-292100">
              <a:spcBef>
                <a:spcPts val="800"/>
              </a:spcBef>
              <a:spcAft>
                <a:spcPts val="0"/>
              </a:spcAft>
              <a:buClr>
                <a:schemeClr val="lt1"/>
              </a:buClr>
              <a:buSzPts val="1000"/>
              <a:buFont typeface="DM Sans"/>
              <a:buChar char="■"/>
              <a:defRPr sz="1000"/>
            </a:lvl6pPr>
            <a:lvl7pPr marL="3200400" lvl="6" indent="-292100">
              <a:spcBef>
                <a:spcPts val="800"/>
              </a:spcBef>
              <a:spcAft>
                <a:spcPts val="0"/>
              </a:spcAft>
              <a:buClr>
                <a:schemeClr val="lt1"/>
              </a:buClr>
              <a:buSzPts val="1000"/>
              <a:buFont typeface="DM Sans"/>
              <a:buChar char="●"/>
              <a:defRPr sz="1000"/>
            </a:lvl7pPr>
            <a:lvl8pPr marL="3657600" lvl="7" indent="-292100">
              <a:spcBef>
                <a:spcPts val="800"/>
              </a:spcBef>
              <a:spcAft>
                <a:spcPts val="0"/>
              </a:spcAft>
              <a:buClr>
                <a:schemeClr val="lt1"/>
              </a:buClr>
              <a:buSzPts val="1000"/>
              <a:buFont typeface="DM Sans"/>
              <a:buChar char="○"/>
              <a:defRPr sz="1000"/>
            </a:lvl8pPr>
            <a:lvl9pPr marL="4114800" lvl="8" indent="-292100">
              <a:spcBef>
                <a:spcPts val="800"/>
              </a:spcBef>
              <a:spcAft>
                <a:spcPts val="800"/>
              </a:spcAft>
              <a:buClr>
                <a:schemeClr val="lt1"/>
              </a:buClr>
              <a:buSzPts val="1000"/>
              <a:buFont typeface="DM Sans"/>
              <a:buChar char="■"/>
              <a:defRPr sz="1000"/>
            </a:lvl9pPr>
          </a:lstStyle>
          <a:p>
            <a:endParaRPr/>
          </a:p>
        </p:txBody>
      </p:sp>
      <p:sp>
        <p:nvSpPr>
          <p:cNvPr id="207" name="Google Shape;207;p28"/>
          <p:cNvSpPr txBox="1">
            <a:spLocks noGrp="1"/>
          </p:cNvSpPr>
          <p:nvPr>
            <p:ph type="title" idx="8"/>
          </p:nvPr>
        </p:nvSpPr>
        <p:spPr>
          <a:xfrm>
            <a:off x="4800825" y="3215225"/>
            <a:ext cx="3975900" cy="798900"/>
          </a:xfrm>
          <a:prstGeom prst="rect">
            <a:avLst/>
          </a:prstGeom>
        </p:spPr>
        <p:txBody>
          <a:bodyPr spcFirstLastPara="1" wrap="square" lIns="0" tIns="0" rIns="0" bIns="0" anchor="t" anchorCtr="0">
            <a:noAutofit/>
          </a:bodyPr>
          <a:lstStyle>
            <a:lvl1pPr lvl="0">
              <a:spcBef>
                <a:spcPts val="0"/>
              </a:spcBef>
              <a:spcAft>
                <a:spcPts val="0"/>
              </a:spcAft>
              <a:buNone/>
              <a:defRPr sz="6200"/>
            </a:lvl1pPr>
            <a:lvl2pPr lvl="1">
              <a:spcBef>
                <a:spcPts val="0"/>
              </a:spcBef>
              <a:spcAft>
                <a:spcPts val="0"/>
              </a:spcAft>
              <a:buNone/>
              <a:defRPr sz="2200">
                <a:solidFill>
                  <a:schemeClr val="dk1"/>
                </a:solidFill>
              </a:defRPr>
            </a:lvl2pPr>
            <a:lvl3pPr lvl="2">
              <a:spcBef>
                <a:spcPts val="0"/>
              </a:spcBef>
              <a:spcAft>
                <a:spcPts val="0"/>
              </a:spcAft>
              <a:buNone/>
              <a:defRPr sz="2200">
                <a:solidFill>
                  <a:schemeClr val="dk1"/>
                </a:solidFill>
              </a:defRPr>
            </a:lvl3pPr>
            <a:lvl4pPr lvl="3">
              <a:spcBef>
                <a:spcPts val="0"/>
              </a:spcBef>
              <a:spcAft>
                <a:spcPts val="0"/>
              </a:spcAft>
              <a:buNone/>
              <a:defRPr sz="2200">
                <a:solidFill>
                  <a:schemeClr val="dk1"/>
                </a:solidFill>
              </a:defRPr>
            </a:lvl4pPr>
            <a:lvl5pPr lvl="4">
              <a:spcBef>
                <a:spcPts val="0"/>
              </a:spcBef>
              <a:spcAft>
                <a:spcPts val="0"/>
              </a:spcAft>
              <a:buNone/>
              <a:defRPr sz="2200">
                <a:solidFill>
                  <a:schemeClr val="dk1"/>
                </a:solidFill>
              </a:defRPr>
            </a:lvl5pPr>
            <a:lvl6pPr lvl="5">
              <a:spcBef>
                <a:spcPts val="0"/>
              </a:spcBef>
              <a:spcAft>
                <a:spcPts val="0"/>
              </a:spcAft>
              <a:buNone/>
              <a:defRPr sz="2200">
                <a:solidFill>
                  <a:schemeClr val="dk1"/>
                </a:solidFill>
              </a:defRPr>
            </a:lvl6pPr>
            <a:lvl7pPr lvl="6">
              <a:spcBef>
                <a:spcPts val="0"/>
              </a:spcBef>
              <a:spcAft>
                <a:spcPts val="0"/>
              </a:spcAft>
              <a:buNone/>
              <a:defRPr sz="2200">
                <a:solidFill>
                  <a:schemeClr val="dk1"/>
                </a:solidFill>
              </a:defRPr>
            </a:lvl7pPr>
            <a:lvl8pPr lvl="7">
              <a:spcBef>
                <a:spcPts val="0"/>
              </a:spcBef>
              <a:spcAft>
                <a:spcPts val="0"/>
              </a:spcAft>
              <a:buNone/>
              <a:defRPr sz="2200">
                <a:solidFill>
                  <a:schemeClr val="dk1"/>
                </a:solidFill>
              </a:defRPr>
            </a:lvl8pPr>
            <a:lvl9pPr lvl="8">
              <a:spcBef>
                <a:spcPts val="0"/>
              </a:spcBef>
              <a:spcAft>
                <a:spcPts val="0"/>
              </a:spcAft>
              <a:buNone/>
              <a:defRPr sz="2200">
                <a:solidFill>
                  <a:schemeClr val="dk1"/>
                </a:solidFill>
              </a:defRPr>
            </a:lvl9pPr>
          </a:lstStyle>
          <a:p>
            <a:endParaRPr/>
          </a:p>
        </p:txBody>
      </p:sp>
      <p:sp>
        <p:nvSpPr>
          <p:cNvPr id="208" name="Google Shape;208;p28"/>
          <p:cNvSpPr txBox="1">
            <a:spLocks noGrp="1"/>
          </p:cNvSpPr>
          <p:nvPr>
            <p:ph type="body" idx="9"/>
          </p:nvPr>
        </p:nvSpPr>
        <p:spPr>
          <a:xfrm>
            <a:off x="4800825" y="2268700"/>
            <a:ext cx="1762200" cy="461700"/>
          </a:xfrm>
          <a:prstGeom prst="rect">
            <a:avLst/>
          </a:prstGeom>
        </p:spPr>
        <p:txBody>
          <a:bodyPr spcFirstLastPara="1" wrap="square" lIns="0" tIns="0" rIns="0" bIns="0" anchor="b" anchorCtr="0">
            <a:noAutofit/>
          </a:bodyPr>
          <a:lstStyle>
            <a:lvl1pPr marL="457200" lvl="0" indent="-292100">
              <a:spcBef>
                <a:spcPts val="0"/>
              </a:spcBef>
              <a:spcAft>
                <a:spcPts val="0"/>
              </a:spcAft>
              <a:buClr>
                <a:schemeClr val="dk1"/>
              </a:buClr>
              <a:buSzPts val="1000"/>
              <a:buFont typeface="DM Sans"/>
              <a:buChar char="●"/>
              <a:defRPr sz="1000">
                <a:solidFill>
                  <a:schemeClr val="dk1"/>
                </a:solidFill>
              </a:defRPr>
            </a:lvl1pPr>
            <a:lvl2pPr marL="914400" lvl="1" indent="-292100">
              <a:spcBef>
                <a:spcPts val="800"/>
              </a:spcBef>
              <a:spcAft>
                <a:spcPts val="0"/>
              </a:spcAft>
              <a:buClr>
                <a:schemeClr val="dk1"/>
              </a:buClr>
              <a:buSzPts val="1000"/>
              <a:buFont typeface="DM Sans"/>
              <a:buChar char="○"/>
              <a:defRPr sz="1000">
                <a:solidFill>
                  <a:schemeClr val="dk1"/>
                </a:solidFill>
              </a:defRPr>
            </a:lvl2pPr>
            <a:lvl3pPr marL="1371600" lvl="2" indent="-292100">
              <a:spcBef>
                <a:spcPts val="800"/>
              </a:spcBef>
              <a:spcAft>
                <a:spcPts val="0"/>
              </a:spcAft>
              <a:buClr>
                <a:schemeClr val="dk1"/>
              </a:buClr>
              <a:buSzPts val="1000"/>
              <a:buFont typeface="DM Sans"/>
              <a:buChar char="■"/>
              <a:defRPr sz="1000">
                <a:solidFill>
                  <a:schemeClr val="dk1"/>
                </a:solidFill>
              </a:defRPr>
            </a:lvl3pPr>
            <a:lvl4pPr marL="1828800" lvl="3" indent="-292100">
              <a:spcBef>
                <a:spcPts val="800"/>
              </a:spcBef>
              <a:spcAft>
                <a:spcPts val="0"/>
              </a:spcAft>
              <a:buClr>
                <a:schemeClr val="dk1"/>
              </a:buClr>
              <a:buSzPts val="1000"/>
              <a:buFont typeface="DM Sans"/>
              <a:buChar char="●"/>
              <a:defRPr sz="1000">
                <a:solidFill>
                  <a:schemeClr val="dk1"/>
                </a:solidFill>
              </a:defRPr>
            </a:lvl4pPr>
            <a:lvl5pPr marL="2286000" lvl="4" indent="-292100">
              <a:spcBef>
                <a:spcPts val="800"/>
              </a:spcBef>
              <a:spcAft>
                <a:spcPts val="0"/>
              </a:spcAft>
              <a:buClr>
                <a:schemeClr val="dk1"/>
              </a:buClr>
              <a:buSzPts val="1000"/>
              <a:buFont typeface="DM Sans"/>
              <a:buChar char="○"/>
              <a:defRPr sz="1000">
                <a:solidFill>
                  <a:schemeClr val="dk1"/>
                </a:solidFill>
              </a:defRPr>
            </a:lvl5pPr>
            <a:lvl6pPr marL="2743200" lvl="5" indent="-292100">
              <a:spcBef>
                <a:spcPts val="800"/>
              </a:spcBef>
              <a:spcAft>
                <a:spcPts val="0"/>
              </a:spcAft>
              <a:buClr>
                <a:schemeClr val="dk1"/>
              </a:buClr>
              <a:buSzPts val="1000"/>
              <a:buFont typeface="DM Sans"/>
              <a:buChar char="■"/>
              <a:defRPr sz="1000">
                <a:solidFill>
                  <a:schemeClr val="dk1"/>
                </a:solidFill>
              </a:defRPr>
            </a:lvl6pPr>
            <a:lvl7pPr marL="3200400" lvl="6" indent="-292100">
              <a:spcBef>
                <a:spcPts val="800"/>
              </a:spcBef>
              <a:spcAft>
                <a:spcPts val="0"/>
              </a:spcAft>
              <a:buClr>
                <a:schemeClr val="dk1"/>
              </a:buClr>
              <a:buSzPts val="1000"/>
              <a:buFont typeface="DM Sans"/>
              <a:buChar char="●"/>
              <a:defRPr sz="1000">
                <a:solidFill>
                  <a:schemeClr val="dk1"/>
                </a:solidFill>
              </a:defRPr>
            </a:lvl7pPr>
            <a:lvl8pPr marL="3657600" lvl="7" indent="-292100">
              <a:spcBef>
                <a:spcPts val="800"/>
              </a:spcBef>
              <a:spcAft>
                <a:spcPts val="0"/>
              </a:spcAft>
              <a:buClr>
                <a:schemeClr val="dk1"/>
              </a:buClr>
              <a:buSzPts val="1000"/>
              <a:buFont typeface="DM Sans"/>
              <a:buChar char="○"/>
              <a:defRPr sz="1000">
                <a:solidFill>
                  <a:schemeClr val="dk1"/>
                </a:solidFill>
              </a:defRPr>
            </a:lvl8pPr>
            <a:lvl9pPr marL="4114800" lvl="8" indent="-292100">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209" name="Google Shape;209;p28"/>
          <p:cNvSpPr txBox="1">
            <a:spLocks noGrp="1"/>
          </p:cNvSpPr>
          <p:nvPr>
            <p:ph type="body" idx="13"/>
          </p:nvPr>
        </p:nvSpPr>
        <p:spPr>
          <a:xfrm>
            <a:off x="7115650" y="2268700"/>
            <a:ext cx="1762200" cy="461700"/>
          </a:xfrm>
          <a:prstGeom prst="rect">
            <a:avLst/>
          </a:prstGeom>
        </p:spPr>
        <p:txBody>
          <a:bodyPr spcFirstLastPara="1" wrap="square" lIns="0" tIns="0" rIns="0" bIns="0" anchor="b" anchorCtr="0">
            <a:noAutofit/>
          </a:bodyPr>
          <a:lstStyle>
            <a:lvl1pPr marL="457200" lvl="0" indent="-292100">
              <a:spcBef>
                <a:spcPts val="0"/>
              </a:spcBef>
              <a:spcAft>
                <a:spcPts val="0"/>
              </a:spcAft>
              <a:buClr>
                <a:schemeClr val="dk1"/>
              </a:buClr>
              <a:buSzPts val="1000"/>
              <a:buFont typeface="DM Sans"/>
              <a:buChar char="●"/>
              <a:defRPr sz="1000">
                <a:solidFill>
                  <a:schemeClr val="dk1"/>
                </a:solidFill>
              </a:defRPr>
            </a:lvl1pPr>
            <a:lvl2pPr marL="914400" lvl="1" indent="-292100">
              <a:spcBef>
                <a:spcPts val="800"/>
              </a:spcBef>
              <a:spcAft>
                <a:spcPts val="0"/>
              </a:spcAft>
              <a:buClr>
                <a:schemeClr val="dk1"/>
              </a:buClr>
              <a:buSzPts val="1000"/>
              <a:buFont typeface="DM Sans"/>
              <a:buChar char="○"/>
              <a:defRPr sz="1000">
                <a:solidFill>
                  <a:schemeClr val="dk1"/>
                </a:solidFill>
              </a:defRPr>
            </a:lvl2pPr>
            <a:lvl3pPr marL="1371600" lvl="2" indent="-292100">
              <a:spcBef>
                <a:spcPts val="800"/>
              </a:spcBef>
              <a:spcAft>
                <a:spcPts val="0"/>
              </a:spcAft>
              <a:buClr>
                <a:schemeClr val="dk1"/>
              </a:buClr>
              <a:buSzPts val="1000"/>
              <a:buFont typeface="DM Sans"/>
              <a:buChar char="■"/>
              <a:defRPr sz="1000">
                <a:solidFill>
                  <a:schemeClr val="dk1"/>
                </a:solidFill>
              </a:defRPr>
            </a:lvl3pPr>
            <a:lvl4pPr marL="1828800" lvl="3" indent="-292100">
              <a:spcBef>
                <a:spcPts val="800"/>
              </a:spcBef>
              <a:spcAft>
                <a:spcPts val="0"/>
              </a:spcAft>
              <a:buClr>
                <a:schemeClr val="dk1"/>
              </a:buClr>
              <a:buSzPts val="1000"/>
              <a:buFont typeface="DM Sans"/>
              <a:buChar char="●"/>
              <a:defRPr sz="1000">
                <a:solidFill>
                  <a:schemeClr val="dk1"/>
                </a:solidFill>
              </a:defRPr>
            </a:lvl4pPr>
            <a:lvl5pPr marL="2286000" lvl="4" indent="-292100">
              <a:spcBef>
                <a:spcPts val="800"/>
              </a:spcBef>
              <a:spcAft>
                <a:spcPts val="0"/>
              </a:spcAft>
              <a:buClr>
                <a:schemeClr val="dk1"/>
              </a:buClr>
              <a:buSzPts val="1000"/>
              <a:buFont typeface="DM Sans"/>
              <a:buChar char="○"/>
              <a:defRPr sz="1000">
                <a:solidFill>
                  <a:schemeClr val="dk1"/>
                </a:solidFill>
              </a:defRPr>
            </a:lvl5pPr>
            <a:lvl6pPr marL="2743200" lvl="5" indent="-292100">
              <a:spcBef>
                <a:spcPts val="800"/>
              </a:spcBef>
              <a:spcAft>
                <a:spcPts val="0"/>
              </a:spcAft>
              <a:buClr>
                <a:schemeClr val="dk1"/>
              </a:buClr>
              <a:buSzPts val="1000"/>
              <a:buFont typeface="DM Sans"/>
              <a:buChar char="■"/>
              <a:defRPr sz="1000">
                <a:solidFill>
                  <a:schemeClr val="dk1"/>
                </a:solidFill>
              </a:defRPr>
            </a:lvl6pPr>
            <a:lvl7pPr marL="3200400" lvl="6" indent="-292100">
              <a:spcBef>
                <a:spcPts val="800"/>
              </a:spcBef>
              <a:spcAft>
                <a:spcPts val="0"/>
              </a:spcAft>
              <a:buClr>
                <a:schemeClr val="dk1"/>
              </a:buClr>
              <a:buSzPts val="1000"/>
              <a:buFont typeface="DM Sans"/>
              <a:buChar char="●"/>
              <a:defRPr sz="1000">
                <a:solidFill>
                  <a:schemeClr val="dk1"/>
                </a:solidFill>
              </a:defRPr>
            </a:lvl7pPr>
            <a:lvl8pPr marL="3657600" lvl="7" indent="-292100">
              <a:spcBef>
                <a:spcPts val="800"/>
              </a:spcBef>
              <a:spcAft>
                <a:spcPts val="0"/>
              </a:spcAft>
              <a:buClr>
                <a:schemeClr val="dk1"/>
              </a:buClr>
              <a:buSzPts val="1000"/>
              <a:buFont typeface="DM Sans"/>
              <a:buChar char="○"/>
              <a:defRPr sz="1000">
                <a:solidFill>
                  <a:schemeClr val="dk1"/>
                </a:solidFill>
              </a:defRPr>
            </a:lvl8pPr>
            <a:lvl9pPr marL="4114800" lvl="8" indent="-292100">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210" name="Google Shape;210;p28"/>
          <p:cNvSpPr txBox="1">
            <a:spLocks noGrp="1"/>
          </p:cNvSpPr>
          <p:nvPr>
            <p:ph type="body" idx="14"/>
          </p:nvPr>
        </p:nvSpPr>
        <p:spPr>
          <a:xfrm>
            <a:off x="4800825" y="860100"/>
            <a:ext cx="1762200" cy="461700"/>
          </a:xfrm>
          <a:prstGeom prst="rect">
            <a:avLst/>
          </a:prstGeom>
        </p:spPr>
        <p:txBody>
          <a:bodyPr spcFirstLastPara="1" wrap="square" lIns="0" tIns="0" rIns="0" bIns="0" anchor="b" anchorCtr="0">
            <a:noAutofit/>
          </a:bodyPr>
          <a:lstStyle>
            <a:lvl1pPr marL="457200" lvl="0" indent="-292100">
              <a:spcBef>
                <a:spcPts val="0"/>
              </a:spcBef>
              <a:spcAft>
                <a:spcPts val="0"/>
              </a:spcAft>
              <a:buClr>
                <a:schemeClr val="lt1"/>
              </a:buClr>
              <a:buSzPts val="1000"/>
              <a:buFont typeface="DM Sans"/>
              <a:buChar char="●"/>
              <a:defRPr sz="1000"/>
            </a:lvl1pPr>
            <a:lvl2pPr marL="914400" lvl="1" indent="-292100">
              <a:spcBef>
                <a:spcPts val="800"/>
              </a:spcBef>
              <a:spcAft>
                <a:spcPts val="0"/>
              </a:spcAft>
              <a:buClr>
                <a:schemeClr val="lt1"/>
              </a:buClr>
              <a:buSzPts val="1000"/>
              <a:buFont typeface="DM Sans"/>
              <a:buChar char="○"/>
              <a:defRPr sz="1000"/>
            </a:lvl2pPr>
            <a:lvl3pPr marL="1371600" lvl="2" indent="-292100">
              <a:spcBef>
                <a:spcPts val="800"/>
              </a:spcBef>
              <a:spcAft>
                <a:spcPts val="0"/>
              </a:spcAft>
              <a:buClr>
                <a:schemeClr val="lt1"/>
              </a:buClr>
              <a:buSzPts val="1000"/>
              <a:buFont typeface="DM Sans"/>
              <a:buChar char="■"/>
              <a:defRPr sz="1000"/>
            </a:lvl3pPr>
            <a:lvl4pPr marL="1828800" lvl="3" indent="-292100">
              <a:spcBef>
                <a:spcPts val="800"/>
              </a:spcBef>
              <a:spcAft>
                <a:spcPts val="0"/>
              </a:spcAft>
              <a:buClr>
                <a:schemeClr val="lt1"/>
              </a:buClr>
              <a:buSzPts val="1000"/>
              <a:buFont typeface="DM Sans"/>
              <a:buChar char="●"/>
              <a:defRPr sz="1000"/>
            </a:lvl4pPr>
            <a:lvl5pPr marL="2286000" lvl="4" indent="-292100">
              <a:spcBef>
                <a:spcPts val="800"/>
              </a:spcBef>
              <a:spcAft>
                <a:spcPts val="0"/>
              </a:spcAft>
              <a:buClr>
                <a:schemeClr val="lt1"/>
              </a:buClr>
              <a:buSzPts val="1000"/>
              <a:buFont typeface="DM Sans"/>
              <a:buChar char="○"/>
              <a:defRPr sz="1000"/>
            </a:lvl5pPr>
            <a:lvl6pPr marL="2743200" lvl="5" indent="-292100">
              <a:spcBef>
                <a:spcPts val="800"/>
              </a:spcBef>
              <a:spcAft>
                <a:spcPts val="0"/>
              </a:spcAft>
              <a:buClr>
                <a:schemeClr val="lt1"/>
              </a:buClr>
              <a:buSzPts val="1000"/>
              <a:buFont typeface="DM Sans"/>
              <a:buChar char="■"/>
              <a:defRPr sz="1000"/>
            </a:lvl6pPr>
            <a:lvl7pPr marL="3200400" lvl="6" indent="-292100">
              <a:spcBef>
                <a:spcPts val="800"/>
              </a:spcBef>
              <a:spcAft>
                <a:spcPts val="0"/>
              </a:spcAft>
              <a:buClr>
                <a:schemeClr val="lt1"/>
              </a:buClr>
              <a:buSzPts val="1000"/>
              <a:buFont typeface="DM Sans"/>
              <a:buChar char="●"/>
              <a:defRPr sz="1000"/>
            </a:lvl7pPr>
            <a:lvl8pPr marL="3657600" lvl="7" indent="-292100">
              <a:spcBef>
                <a:spcPts val="800"/>
              </a:spcBef>
              <a:spcAft>
                <a:spcPts val="0"/>
              </a:spcAft>
              <a:buClr>
                <a:schemeClr val="lt1"/>
              </a:buClr>
              <a:buSzPts val="1000"/>
              <a:buFont typeface="DM Sans"/>
              <a:buChar char="○"/>
              <a:defRPr sz="1000"/>
            </a:lvl8pPr>
            <a:lvl9pPr marL="4114800" lvl="8" indent="-292100">
              <a:spcBef>
                <a:spcPts val="800"/>
              </a:spcBef>
              <a:spcAft>
                <a:spcPts val="800"/>
              </a:spcAft>
              <a:buClr>
                <a:schemeClr val="lt1"/>
              </a:buClr>
              <a:buSzPts val="1000"/>
              <a:buFont typeface="DM Sans"/>
              <a:buChar char="■"/>
              <a:defRPr sz="10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ix modules">
  <p:cSld name="CUSTOM_1">
    <p:bg>
      <p:bgPr>
        <a:solidFill>
          <a:schemeClr val="lt1"/>
        </a:solidFill>
        <a:effectLst/>
      </p:bgPr>
    </p:bg>
    <p:spTree>
      <p:nvGrpSpPr>
        <p:cNvPr id="1" name="Shape 211"/>
        <p:cNvGrpSpPr/>
        <p:nvPr/>
      </p:nvGrpSpPr>
      <p:grpSpPr>
        <a:xfrm>
          <a:off x="0" y="0"/>
          <a:ext cx="0" cy="0"/>
          <a:chOff x="0" y="0"/>
          <a:chExt cx="0" cy="0"/>
        </a:xfrm>
      </p:grpSpPr>
      <p:sp>
        <p:nvSpPr>
          <p:cNvPr id="212" name="Google Shape;212;p29"/>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13" name="Google Shape;213;p29"/>
          <p:cNvSpPr txBox="1">
            <a:spLocks noGrp="1"/>
          </p:cNvSpPr>
          <p:nvPr>
            <p:ph type="title"/>
          </p:nvPr>
        </p:nvSpPr>
        <p:spPr>
          <a:xfrm>
            <a:off x="361975" y="988555"/>
            <a:ext cx="38601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a:endParaRPr/>
          </a:p>
        </p:txBody>
      </p:sp>
      <p:sp>
        <p:nvSpPr>
          <p:cNvPr id="214" name="Google Shape;214;p29"/>
          <p:cNvSpPr txBox="1">
            <a:spLocks noGrp="1"/>
          </p:cNvSpPr>
          <p:nvPr>
            <p:ph type="subTitle" idx="2"/>
          </p:nvPr>
        </p:nvSpPr>
        <p:spPr>
          <a:xfrm>
            <a:off x="361975" y="732775"/>
            <a:ext cx="3860100" cy="138600"/>
          </a:xfrm>
          <a:prstGeom prst="rect">
            <a:avLst/>
          </a:prstGeom>
        </p:spPr>
        <p:txBody>
          <a:bodyPr spcFirstLastPara="1" wrap="square" lIns="0" tIns="0" rIns="0" bIns="0" anchor="b" anchorCtr="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15" name="Google Shape;215;p29"/>
          <p:cNvSpPr txBox="1">
            <a:spLocks noGrp="1"/>
          </p:cNvSpPr>
          <p:nvPr>
            <p:ph type="body" idx="3"/>
          </p:nvPr>
        </p:nvSpPr>
        <p:spPr>
          <a:xfrm>
            <a:off x="4800825" y="3665600"/>
            <a:ext cx="3975900" cy="1114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DM Sans"/>
              <a:buChar char="●"/>
              <a:defRPr sz="1000">
                <a:solidFill>
                  <a:schemeClr val="dk1"/>
                </a:solidFill>
              </a:defRPr>
            </a:lvl1pPr>
            <a:lvl2pPr marL="914400" lvl="1" indent="-292100">
              <a:spcBef>
                <a:spcPts val="800"/>
              </a:spcBef>
              <a:spcAft>
                <a:spcPts val="0"/>
              </a:spcAft>
              <a:buClr>
                <a:schemeClr val="dk1"/>
              </a:buClr>
              <a:buSzPts val="1000"/>
              <a:buFont typeface="DM Sans"/>
              <a:buChar char="○"/>
              <a:defRPr sz="1000">
                <a:solidFill>
                  <a:schemeClr val="dk1"/>
                </a:solidFill>
              </a:defRPr>
            </a:lvl2pPr>
            <a:lvl3pPr marL="1371600" lvl="2" indent="-292100">
              <a:spcBef>
                <a:spcPts val="800"/>
              </a:spcBef>
              <a:spcAft>
                <a:spcPts val="0"/>
              </a:spcAft>
              <a:buClr>
                <a:schemeClr val="dk1"/>
              </a:buClr>
              <a:buSzPts val="1000"/>
              <a:buFont typeface="DM Sans"/>
              <a:buChar char="■"/>
              <a:defRPr sz="1000">
                <a:solidFill>
                  <a:schemeClr val="dk1"/>
                </a:solidFill>
              </a:defRPr>
            </a:lvl3pPr>
            <a:lvl4pPr marL="1828800" lvl="3" indent="-292100">
              <a:spcBef>
                <a:spcPts val="800"/>
              </a:spcBef>
              <a:spcAft>
                <a:spcPts val="0"/>
              </a:spcAft>
              <a:buClr>
                <a:schemeClr val="dk1"/>
              </a:buClr>
              <a:buSzPts val="1000"/>
              <a:buFont typeface="DM Sans"/>
              <a:buChar char="●"/>
              <a:defRPr sz="1000">
                <a:solidFill>
                  <a:schemeClr val="dk1"/>
                </a:solidFill>
              </a:defRPr>
            </a:lvl4pPr>
            <a:lvl5pPr marL="2286000" lvl="4" indent="-292100">
              <a:spcBef>
                <a:spcPts val="800"/>
              </a:spcBef>
              <a:spcAft>
                <a:spcPts val="0"/>
              </a:spcAft>
              <a:buClr>
                <a:schemeClr val="dk1"/>
              </a:buClr>
              <a:buSzPts val="1000"/>
              <a:buFont typeface="DM Sans"/>
              <a:buChar char="○"/>
              <a:defRPr sz="1000">
                <a:solidFill>
                  <a:schemeClr val="dk1"/>
                </a:solidFill>
              </a:defRPr>
            </a:lvl5pPr>
            <a:lvl6pPr marL="2743200" lvl="5" indent="-292100">
              <a:spcBef>
                <a:spcPts val="800"/>
              </a:spcBef>
              <a:spcAft>
                <a:spcPts val="0"/>
              </a:spcAft>
              <a:buClr>
                <a:schemeClr val="dk1"/>
              </a:buClr>
              <a:buSzPts val="1000"/>
              <a:buFont typeface="DM Sans"/>
              <a:buChar char="■"/>
              <a:defRPr sz="1000">
                <a:solidFill>
                  <a:schemeClr val="dk1"/>
                </a:solidFill>
              </a:defRPr>
            </a:lvl6pPr>
            <a:lvl7pPr marL="3200400" lvl="6" indent="-292100">
              <a:spcBef>
                <a:spcPts val="800"/>
              </a:spcBef>
              <a:spcAft>
                <a:spcPts val="0"/>
              </a:spcAft>
              <a:buClr>
                <a:schemeClr val="dk1"/>
              </a:buClr>
              <a:buSzPts val="1000"/>
              <a:buFont typeface="DM Sans"/>
              <a:buChar char="●"/>
              <a:defRPr sz="1000">
                <a:solidFill>
                  <a:schemeClr val="dk1"/>
                </a:solidFill>
              </a:defRPr>
            </a:lvl7pPr>
            <a:lvl8pPr marL="3657600" lvl="7" indent="-292100">
              <a:spcBef>
                <a:spcPts val="800"/>
              </a:spcBef>
              <a:spcAft>
                <a:spcPts val="0"/>
              </a:spcAft>
              <a:buClr>
                <a:schemeClr val="dk1"/>
              </a:buClr>
              <a:buSzPts val="1000"/>
              <a:buFont typeface="DM Sans"/>
              <a:buChar char="○"/>
              <a:defRPr sz="1000">
                <a:solidFill>
                  <a:schemeClr val="dk1"/>
                </a:solidFill>
              </a:defRPr>
            </a:lvl8pPr>
            <a:lvl9pPr marL="4114800" lvl="8" indent="-292100">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216" name="Google Shape;216;p29"/>
          <p:cNvSpPr txBox="1">
            <a:spLocks noGrp="1"/>
          </p:cNvSpPr>
          <p:nvPr>
            <p:ph type="subTitle" idx="4"/>
          </p:nvPr>
        </p:nvSpPr>
        <p:spPr>
          <a:xfrm>
            <a:off x="4800825" y="3285232"/>
            <a:ext cx="3975900" cy="187800"/>
          </a:xfrm>
          <a:prstGeom prst="rect">
            <a:avLst/>
          </a:prstGeom>
        </p:spPr>
        <p:txBody>
          <a:bodyPr spcFirstLastPara="1" wrap="square" lIns="0" tIns="0" rIns="0" bIns="0" anchor="t" anchorCtr="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a:endParaRPr/>
          </a:p>
        </p:txBody>
      </p:sp>
      <p:sp>
        <p:nvSpPr>
          <p:cNvPr id="217" name="Google Shape;217;p29"/>
          <p:cNvSpPr txBox="1">
            <a:spLocks noGrp="1"/>
          </p:cNvSpPr>
          <p:nvPr>
            <p:ph type="body" idx="5"/>
          </p:nvPr>
        </p:nvSpPr>
        <p:spPr>
          <a:xfrm>
            <a:off x="2611802" y="3665600"/>
            <a:ext cx="1627500" cy="11142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SzPts val="1000"/>
              <a:buFont typeface="DM Sans"/>
              <a:buChar char="●"/>
              <a:defRPr sz="1000"/>
            </a:lvl1pPr>
            <a:lvl2pPr marL="914400" lvl="1" indent="-292100">
              <a:lnSpc>
                <a:spcPct val="100000"/>
              </a:lnSpc>
              <a:spcBef>
                <a:spcPts val="800"/>
              </a:spcBef>
              <a:spcAft>
                <a:spcPts val="0"/>
              </a:spcAft>
              <a:buSzPts val="1000"/>
              <a:buFont typeface="DM Sans"/>
              <a:buChar char="○"/>
              <a:defRPr sz="1000"/>
            </a:lvl2pPr>
            <a:lvl3pPr marL="1371600" lvl="2" indent="-292100">
              <a:lnSpc>
                <a:spcPct val="100000"/>
              </a:lnSpc>
              <a:spcBef>
                <a:spcPts val="800"/>
              </a:spcBef>
              <a:spcAft>
                <a:spcPts val="0"/>
              </a:spcAft>
              <a:buSzPts val="1000"/>
              <a:buFont typeface="DM Sans"/>
              <a:buChar char="■"/>
              <a:defRPr sz="1000"/>
            </a:lvl3pPr>
            <a:lvl4pPr marL="1828800" lvl="3" indent="-292100">
              <a:lnSpc>
                <a:spcPct val="100000"/>
              </a:lnSpc>
              <a:spcBef>
                <a:spcPts val="800"/>
              </a:spcBef>
              <a:spcAft>
                <a:spcPts val="0"/>
              </a:spcAft>
              <a:buSzPts val="1000"/>
              <a:buFont typeface="DM Sans"/>
              <a:buChar char="●"/>
              <a:defRPr sz="1000"/>
            </a:lvl4pPr>
            <a:lvl5pPr marL="2286000" lvl="4" indent="-292100">
              <a:lnSpc>
                <a:spcPct val="100000"/>
              </a:lnSpc>
              <a:spcBef>
                <a:spcPts val="800"/>
              </a:spcBef>
              <a:spcAft>
                <a:spcPts val="0"/>
              </a:spcAft>
              <a:buSzPts val="1000"/>
              <a:buFont typeface="DM Sans"/>
              <a:buChar char="○"/>
              <a:defRPr sz="1000"/>
            </a:lvl5pPr>
            <a:lvl6pPr marL="2743200" lvl="5" indent="-292100">
              <a:lnSpc>
                <a:spcPct val="100000"/>
              </a:lnSpc>
              <a:spcBef>
                <a:spcPts val="800"/>
              </a:spcBef>
              <a:spcAft>
                <a:spcPts val="0"/>
              </a:spcAft>
              <a:buSzPts val="1000"/>
              <a:buFont typeface="DM Sans"/>
              <a:buChar char="■"/>
              <a:defRPr sz="1000"/>
            </a:lvl6pPr>
            <a:lvl7pPr marL="3200400" lvl="6" indent="-292100">
              <a:lnSpc>
                <a:spcPct val="100000"/>
              </a:lnSpc>
              <a:spcBef>
                <a:spcPts val="800"/>
              </a:spcBef>
              <a:spcAft>
                <a:spcPts val="0"/>
              </a:spcAft>
              <a:buSzPts val="1000"/>
              <a:buFont typeface="DM Sans"/>
              <a:buChar char="●"/>
              <a:defRPr sz="1000"/>
            </a:lvl7pPr>
            <a:lvl8pPr marL="3657600" lvl="7" indent="-292100">
              <a:lnSpc>
                <a:spcPct val="100000"/>
              </a:lnSpc>
              <a:spcBef>
                <a:spcPts val="800"/>
              </a:spcBef>
              <a:spcAft>
                <a:spcPts val="0"/>
              </a:spcAft>
              <a:buSzPts val="1000"/>
              <a:buFont typeface="DM Sans"/>
              <a:buChar char="○"/>
              <a:defRPr sz="1000"/>
            </a:lvl8pPr>
            <a:lvl9pPr marL="4114800" lvl="8" indent="-292100">
              <a:lnSpc>
                <a:spcPct val="100000"/>
              </a:lnSpc>
              <a:spcBef>
                <a:spcPts val="800"/>
              </a:spcBef>
              <a:spcAft>
                <a:spcPts val="800"/>
              </a:spcAft>
              <a:buSzPts val="1000"/>
              <a:buFont typeface="DM Sans"/>
              <a:buChar char="■"/>
              <a:defRPr sz="1000"/>
            </a:lvl9pPr>
          </a:lstStyle>
          <a:p>
            <a:endParaRPr/>
          </a:p>
        </p:txBody>
      </p:sp>
      <p:sp>
        <p:nvSpPr>
          <p:cNvPr id="218" name="Google Shape;218;p29"/>
          <p:cNvSpPr txBox="1">
            <a:spLocks noGrp="1"/>
          </p:cNvSpPr>
          <p:nvPr>
            <p:ph type="subTitle" idx="6"/>
          </p:nvPr>
        </p:nvSpPr>
        <p:spPr>
          <a:xfrm>
            <a:off x="2611802" y="3285232"/>
            <a:ext cx="1627500" cy="187800"/>
          </a:xfrm>
          <a:prstGeom prst="rect">
            <a:avLst/>
          </a:prstGeom>
        </p:spPr>
        <p:txBody>
          <a:bodyPr spcFirstLastPara="1" wrap="square" lIns="0" tIns="0" rIns="0" bIns="0" anchor="t" anchorCtr="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a:endParaRPr/>
          </a:p>
        </p:txBody>
      </p:sp>
      <p:sp>
        <p:nvSpPr>
          <p:cNvPr id="219" name="Google Shape;219;p29"/>
          <p:cNvSpPr txBox="1">
            <a:spLocks noGrp="1"/>
          </p:cNvSpPr>
          <p:nvPr>
            <p:ph type="body" idx="7"/>
          </p:nvPr>
        </p:nvSpPr>
        <p:spPr>
          <a:xfrm>
            <a:off x="361977" y="3665600"/>
            <a:ext cx="1627500" cy="1114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DM Sans"/>
              <a:buChar char="●"/>
              <a:defRPr sz="1000">
                <a:solidFill>
                  <a:schemeClr val="dk1"/>
                </a:solidFill>
              </a:defRPr>
            </a:lvl1pPr>
            <a:lvl2pPr marL="914400" lvl="1" indent="-292100">
              <a:spcBef>
                <a:spcPts val="800"/>
              </a:spcBef>
              <a:spcAft>
                <a:spcPts val="0"/>
              </a:spcAft>
              <a:buClr>
                <a:schemeClr val="dk1"/>
              </a:buClr>
              <a:buSzPts val="1000"/>
              <a:buFont typeface="DM Sans"/>
              <a:buChar char="○"/>
              <a:defRPr sz="1000">
                <a:solidFill>
                  <a:schemeClr val="dk1"/>
                </a:solidFill>
              </a:defRPr>
            </a:lvl2pPr>
            <a:lvl3pPr marL="1371600" lvl="2" indent="-292100">
              <a:spcBef>
                <a:spcPts val="800"/>
              </a:spcBef>
              <a:spcAft>
                <a:spcPts val="0"/>
              </a:spcAft>
              <a:buClr>
                <a:schemeClr val="dk1"/>
              </a:buClr>
              <a:buSzPts val="1000"/>
              <a:buFont typeface="DM Sans"/>
              <a:buChar char="■"/>
              <a:defRPr sz="1000">
                <a:solidFill>
                  <a:schemeClr val="dk1"/>
                </a:solidFill>
              </a:defRPr>
            </a:lvl3pPr>
            <a:lvl4pPr marL="1828800" lvl="3" indent="-292100">
              <a:spcBef>
                <a:spcPts val="800"/>
              </a:spcBef>
              <a:spcAft>
                <a:spcPts val="0"/>
              </a:spcAft>
              <a:buClr>
                <a:schemeClr val="dk1"/>
              </a:buClr>
              <a:buSzPts val="1000"/>
              <a:buFont typeface="DM Sans"/>
              <a:buChar char="●"/>
              <a:defRPr sz="1000">
                <a:solidFill>
                  <a:schemeClr val="dk1"/>
                </a:solidFill>
              </a:defRPr>
            </a:lvl4pPr>
            <a:lvl5pPr marL="2286000" lvl="4" indent="-292100">
              <a:spcBef>
                <a:spcPts val="800"/>
              </a:spcBef>
              <a:spcAft>
                <a:spcPts val="0"/>
              </a:spcAft>
              <a:buClr>
                <a:schemeClr val="dk1"/>
              </a:buClr>
              <a:buSzPts val="1000"/>
              <a:buFont typeface="DM Sans"/>
              <a:buChar char="○"/>
              <a:defRPr sz="1000">
                <a:solidFill>
                  <a:schemeClr val="dk1"/>
                </a:solidFill>
              </a:defRPr>
            </a:lvl5pPr>
            <a:lvl6pPr marL="2743200" lvl="5" indent="-292100">
              <a:spcBef>
                <a:spcPts val="800"/>
              </a:spcBef>
              <a:spcAft>
                <a:spcPts val="0"/>
              </a:spcAft>
              <a:buClr>
                <a:schemeClr val="dk1"/>
              </a:buClr>
              <a:buSzPts val="1000"/>
              <a:buFont typeface="DM Sans"/>
              <a:buChar char="■"/>
              <a:defRPr sz="1000">
                <a:solidFill>
                  <a:schemeClr val="dk1"/>
                </a:solidFill>
              </a:defRPr>
            </a:lvl6pPr>
            <a:lvl7pPr marL="3200400" lvl="6" indent="-292100">
              <a:spcBef>
                <a:spcPts val="800"/>
              </a:spcBef>
              <a:spcAft>
                <a:spcPts val="0"/>
              </a:spcAft>
              <a:buClr>
                <a:schemeClr val="dk1"/>
              </a:buClr>
              <a:buSzPts val="1000"/>
              <a:buFont typeface="DM Sans"/>
              <a:buChar char="●"/>
              <a:defRPr sz="1000">
                <a:solidFill>
                  <a:schemeClr val="dk1"/>
                </a:solidFill>
              </a:defRPr>
            </a:lvl7pPr>
            <a:lvl8pPr marL="3657600" lvl="7" indent="-292100">
              <a:spcBef>
                <a:spcPts val="800"/>
              </a:spcBef>
              <a:spcAft>
                <a:spcPts val="0"/>
              </a:spcAft>
              <a:buClr>
                <a:schemeClr val="dk1"/>
              </a:buClr>
              <a:buSzPts val="1000"/>
              <a:buFont typeface="DM Sans"/>
              <a:buChar char="○"/>
              <a:defRPr sz="1000">
                <a:solidFill>
                  <a:schemeClr val="dk1"/>
                </a:solidFill>
              </a:defRPr>
            </a:lvl8pPr>
            <a:lvl9pPr marL="4114800" lvl="8" indent="-292100">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220" name="Google Shape;220;p29"/>
          <p:cNvSpPr txBox="1">
            <a:spLocks noGrp="1"/>
          </p:cNvSpPr>
          <p:nvPr>
            <p:ph type="subTitle" idx="8"/>
          </p:nvPr>
        </p:nvSpPr>
        <p:spPr>
          <a:xfrm>
            <a:off x="361977" y="3285232"/>
            <a:ext cx="1627500" cy="187800"/>
          </a:xfrm>
          <a:prstGeom prst="rect">
            <a:avLst/>
          </a:prstGeom>
        </p:spPr>
        <p:txBody>
          <a:bodyPr spcFirstLastPara="1" wrap="square" lIns="0" tIns="0" rIns="0" bIns="0" anchor="t" anchorCtr="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a:endParaRPr/>
          </a:p>
        </p:txBody>
      </p:sp>
      <p:sp>
        <p:nvSpPr>
          <p:cNvPr id="221" name="Google Shape;221;p29"/>
          <p:cNvSpPr txBox="1">
            <a:spLocks noGrp="1"/>
          </p:cNvSpPr>
          <p:nvPr>
            <p:ph type="body" idx="9"/>
          </p:nvPr>
        </p:nvSpPr>
        <p:spPr>
          <a:xfrm>
            <a:off x="4900725" y="1196103"/>
            <a:ext cx="1627500" cy="1385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DM Sans"/>
              <a:buChar char="●"/>
              <a:defRPr sz="1000">
                <a:solidFill>
                  <a:schemeClr val="dk1"/>
                </a:solidFill>
              </a:defRPr>
            </a:lvl1pPr>
            <a:lvl2pPr marL="914400" lvl="1" indent="-292100">
              <a:spcBef>
                <a:spcPts val="800"/>
              </a:spcBef>
              <a:spcAft>
                <a:spcPts val="0"/>
              </a:spcAft>
              <a:buClr>
                <a:schemeClr val="dk1"/>
              </a:buClr>
              <a:buSzPts val="1000"/>
              <a:buFont typeface="DM Sans"/>
              <a:buChar char="○"/>
              <a:defRPr sz="1000">
                <a:solidFill>
                  <a:schemeClr val="dk1"/>
                </a:solidFill>
              </a:defRPr>
            </a:lvl2pPr>
            <a:lvl3pPr marL="1371600" lvl="2" indent="-292100">
              <a:spcBef>
                <a:spcPts val="800"/>
              </a:spcBef>
              <a:spcAft>
                <a:spcPts val="0"/>
              </a:spcAft>
              <a:buClr>
                <a:schemeClr val="dk1"/>
              </a:buClr>
              <a:buSzPts val="1000"/>
              <a:buFont typeface="DM Sans"/>
              <a:buChar char="■"/>
              <a:defRPr sz="1000">
                <a:solidFill>
                  <a:schemeClr val="dk1"/>
                </a:solidFill>
              </a:defRPr>
            </a:lvl3pPr>
            <a:lvl4pPr marL="1828800" lvl="3" indent="-292100">
              <a:spcBef>
                <a:spcPts val="800"/>
              </a:spcBef>
              <a:spcAft>
                <a:spcPts val="0"/>
              </a:spcAft>
              <a:buClr>
                <a:schemeClr val="dk1"/>
              </a:buClr>
              <a:buSzPts val="1000"/>
              <a:buFont typeface="DM Sans"/>
              <a:buChar char="●"/>
              <a:defRPr sz="1000">
                <a:solidFill>
                  <a:schemeClr val="dk1"/>
                </a:solidFill>
              </a:defRPr>
            </a:lvl4pPr>
            <a:lvl5pPr marL="2286000" lvl="4" indent="-292100">
              <a:spcBef>
                <a:spcPts val="800"/>
              </a:spcBef>
              <a:spcAft>
                <a:spcPts val="0"/>
              </a:spcAft>
              <a:buClr>
                <a:schemeClr val="dk1"/>
              </a:buClr>
              <a:buSzPts val="1000"/>
              <a:buFont typeface="DM Sans"/>
              <a:buChar char="○"/>
              <a:defRPr sz="1000">
                <a:solidFill>
                  <a:schemeClr val="dk1"/>
                </a:solidFill>
              </a:defRPr>
            </a:lvl5pPr>
            <a:lvl6pPr marL="2743200" lvl="5" indent="-292100">
              <a:spcBef>
                <a:spcPts val="800"/>
              </a:spcBef>
              <a:spcAft>
                <a:spcPts val="0"/>
              </a:spcAft>
              <a:buClr>
                <a:schemeClr val="dk1"/>
              </a:buClr>
              <a:buSzPts val="1000"/>
              <a:buFont typeface="DM Sans"/>
              <a:buChar char="■"/>
              <a:defRPr sz="1000">
                <a:solidFill>
                  <a:schemeClr val="dk1"/>
                </a:solidFill>
              </a:defRPr>
            </a:lvl6pPr>
            <a:lvl7pPr marL="3200400" lvl="6" indent="-292100">
              <a:spcBef>
                <a:spcPts val="800"/>
              </a:spcBef>
              <a:spcAft>
                <a:spcPts val="0"/>
              </a:spcAft>
              <a:buClr>
                <a:schemeClr val="dk1"/>
              </a:buClr>
              <a:buSzPts val="1000"/>
              <a:buFont typeface="DM Sans"/>
              <a:buChar char="●"/>
              <a:defRPr sz="1000">
                <a:solidFill>
                  <a:schemeClr val="dk1"/>
                </a:solidFill>
              </a:defRPr>
            </a:lvl7pPr>
            <a:lvl8pPr marL="3657600" lvl="7" indent="-292100">
              <a:spcBef>
                <a:spcPts val="800"/>
              </a:spcBef>
              <a:spcAft>
                <a:spcPts val="0"/>
              </a:spcAft>
              <a:buClr>
                <a:schemeClr val="dk1"/>
              </a:buClr>
              <a:buSzPts val="1000"/>
              <a:buFont typeface="DM Sans"/>
              <a:buChar char="○"/>
              <a:defRPr sz="1000">
                <a:solidFill>
                  <a:schemeClr val="dk1"/>
                </a:solidFill>
              </a:defRPr>
            </a:lvl8pPr>
            <a:lvl9pPr marL="4114800" lvl="8" indent="-292100">
              <a:spcBef>
                <a:spcPts val="800"/>
              </a:spcBef>
              <a:spcAft>
                <a:spcPts val="800"/>
              </a:spcAft>
              <a:buClr>
                <a:schemeClr val="dk1"/>
              </a:buClr>
              <a:buSzPts val="1000"/>
              <a:buFont typeface="DM Sans"/>
              <a:buChar char="■"/>
              <a:defRPr sz="1000">
                <a:solidFill>
                  <a:schemeClr val="dk1"/>
                </a:solidFill>
              </a:defRPr>
            </a:lvl9pPr>
          </a:lstStyle>
          <a:p>
            <a:endParaRPr/>
          </a:p>
        </p:txBody>
      </p:sp>
      <p:sp>
        <p:nvSpPr>
          <p:cNvPr id="222" name="Google Shape;222;p29"/>
          <p:cNvSpPr txBox="1">
            <a:spLocks noGrp="1"/>
          </p:cNvSpPr>
          <p:nvPr>
            <p:ph type="subTitle" idx="13"/>
          </p:nvPr>
        </p:nvSpPr>
        <p:spPr>
          <a:xfrm>
            <a:off x="4900725" y="706863"/>
            <a:ext cx="1627500" cy="187800"/>
          </a:xfrm>
          <a:prstGeom prst="rect">
            <a:avLst/>
          </a:prstGeom>
        </p:spPr>
        <p:txBody>
          <a:bodyPr spcFirstLastPara="1" wrap="square" lIns="0" tIns="0" rIns="0" bIns="0" anchor="t" anchorCtr="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a:endParaRPr/>
          </a:p>
        </p:txBody>
      </p:sp>
      <p:sp>
        <p:nvSpPr>
          <p:cNvPr id="223" name="Google Shape;223;p29"/>
          <p:cNvSpPr txBox="1">
            <a:spLocks noGrp="1"/>
          </p:cNvSpPr>
          <p:nvPr>
            <p:ph type="body" idx="14"/>
          </p:nvPr>
        </p:nvSpPr>
        <p:spPr>
          <a:xfrm>
            <a:off x="7149175" y="1196103"/>
            <a:ext cx="1627500" cy="1385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DM Sans"/>
              <a:buChar char="●"/>
              <a:defRPr sz="1000"/>
            </a:lvl1pPr>
            <a:lvl2pPr marL="914400" lvl="1" indent="-292100">
              <a:spcBef>
                <a:spcPts val="800"/>
              </a:spcBef>
              <a:spcAft>
                <a:spcPts val="0"/>
              </a:spcAft>
              <a:buClr>
                <a:schemeClr val="lt1"/>
              </a:buClr>
              <a:buSzPts val="1000"/>
              <a:buFont typeface="DM Sans"/>
              <a:buChar char="○"/>
              <a:defRPr sz="1000"/>
            </a:lvl2pPr>
            <a:lvl3pPr marL="1371600" lvl="2" indent="-292100">
              <a:spcBef>
                <a:spcPts val="800"/>
              </a:spcBef>
              <a:spcAft>
                <a:spcPts val="0"/>
              </a:spcAft>
              <a:buClr>
                <a:schemeClr val="lt1"/>
              </a:buClr>
              <a:buSzPts val="1000"/>
              <a:buFont typeface="DM Sans"/>
              <a:buChar char="■"/>
              <a:defRPr sz="1000"/>
            </a:lvl3pPr>
            <a:lvl4pPr marL="1828800" lvl="3" indent="-292100">
              <a:spcBef>
                <a:spcPts val="800"/>
              </a:spcBef>
              <a:spcAft>
                <a:spcPts val="0"/>
              </a:spcAft>
              <a:buClr>
                <a:schemeClr val="lt1"/>
              </a:buClr>
              <a:buSzPts val="1000"/>
              <a:buFont typeface="DM Sans"/>
              <a:buChar char="●"/>
              <a:defRPr sz="1000"/>
            </a:lvl4pPr>
            <a:lvl5pPr marL="2286000" lvl="4" indent="-292100">
              <a:spcBef>
                <a:spcPts val="800"/>
              </a:spcBef>
              <a:spcAft>
                <a:spcPts val="0"/>
              </a:spcAft>
              <a:buClr>
                <a:schemeClr val="lt1"/>
              </a:buClr>
              <a:buSzPts val="1000"/>
              <a:buFont typeface="DM Sans"/>
              <a:buChar char="○"/>
              <a:defRPr sz="1000"/>
            </a:lvl5pPr>
            <a:lvl6pPr marL="2743200" lvl="5" indent="-292100">
              <a:spcBef>
                <a:spcPts val="800"/>
              </a:spcBef>
              <a:spcAft>
                <a:spcPts val="0"/>
              </a:spcAft>
              <a:buClr>
                <a:schemeClr val="lt1"/>
              </a:buClr>
              <a:buSzPts val="1000"/>
              <a:buFont typeface="DM Sans"/>
              <a:buChar char="■"/>
              <a:defRPr sz="1000"/>
            </a:lvl6pPr>
            <a:lvl7pPr marL="3200400" lvl="6" indent="-292100">
              <a:spcBef>
                <a:spcPts val="800"/>
              </a:spcBef>
              <a:spcAft>
                <a:spcPts val="0"/>
              </a:spcAft>
              <a:buClr>
                <a:schemeClr val="lt1"/>
              </a:buClr>
              <a:buSzPts val="1000"/>
              <a:buFont typeface="DM Sans"/>
              <a:buChar char="●"/>
              <a:defRPr sz="1000"/>
            </a:lvl7pPr>
            <a:lvl8pPr marL="3657600" lvl="7" indent="-292100">
              <a:spcBef>
                <a:spcPts val="800"/>
              </a:spcBef>
              <a:spcAft>
                <a:spcPts val="0"/>
              </a:spcAft>
              <a:buClr>
                <a:schemeClr val="lt1"/>
              </a:buClr>
              <a:buSzPts val="1000"/>
              <a:buFont typeface="DM Sans"/>
              <a:buChar char="○"/>
              <a:defRPr sz="1000"/>
            </a:lvl8pPr>
            <a:lvl9pPr marL="4114800" lvl="8" indent="-292100">
              <a:spcBef>
                <a:spcPts val="800"/>
              </a:spcBef>
              <a:spcAft>
                <a:spcPts val="800"/>
              </a:spcAft>
              <a:buClr>
                <a:schemeClr val="lt1"/>
              </a:buClr>
              <a:buSzPts val="1000"/>
              <a:buFont typeface="DM Sans"/>
              <a:buChar char="■"/>
              <a:defRPr sz="1000"/>
            </a:lvl9pPr>
          </a:lstStyle>
          <a:p>
            <a:endParaRPr/>
          </a:p>
        </p:txBody>
      </p:sp>
      <p:sp>
        <p:nvSpPr>
          <p:cNvPr id="224" name="Google Shape;224;p29"/>
          <p:cNvSpPr txBox="1">
            <a:spLocks noGrp="1"/>
          </p:cNvSpPr>
          <p:nvPr>
            <p:ph type="subTitle" idx="15"/>
          </p:nvPr>
        </p:nvSpPr>
        <p:spPr>
          <a:xfrm>
            <a:off x="7149175" y="706863"/>
            <a:ext cx="1627500" cy="187800"/>
          </a:xfrm>
          <a:prstGeom prst="rect">
            <a:avLst/>
          </a:prstGeom>
        </p:spPr>
        <p:txBody>
          <a:bodyPr spcFirstLastPara="1" wrap="square" lIns="0" tIns="0" rIns="0" bIns="0" anchor="t" anchorCtr="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a:endParaRPr/>
          </a:p>
        </p:txBody>
      </p:sp>
      <p:sp>
        <p:nvSpPr>
          <p:cNvPr id="225" name="Google Shape;225;p29"/>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Four modules">
  <p:cSld name="CUSTOM_1_1">
    <p:bg>
      <p:bgPr>
        <a:solidFill>
          <a:schemeClr val="lt1"/>
        </a:solidFill>
        <a:effectLst/>
      </p:bgPr>
    </p:bg>
    <p:spTree>
      <p:nvGrpSpPr>
        <p:cNvPr id="1" name="Shape 226"/>
        <p:cNvGrpSpPr/>
        <p:nvPr/>
      </p:nvGrpSpPr>
      <p:grpSpPr>
        <a:xfrm>
          <a:off x="0" y="0"/>
          <a:ext cx="0" cy="0"/>
          <a:chOff x="0" y="0"/>
          <a:chExt cx="0" cy="0"/>
        </a:xfrm>
      </p:grpSpPr>
      <p:sp>
        <p:nvSpPr>
          <p:cNvPr id="227" name="Google Shape;227;p30"/>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28" name="Google Shape;228;p30"/>
          <p:cNvSpPr txBox="1">
            <a:spLocks noGrp="1"/>
          </p:cNvSpPr>
          <p:nvPr>
            <p:ph type="subTitle" idx="2"/>
          </p:nvPr>
        </p:nvSpPr>
        <p:spPr>
          <a:xfrm>
            <a:off x="361975" y="732775"/>
            <a:ext cx="3860100" cy="138600"/>
          </a:xfrm>
          <a:prstGeom prst="rect">
            <a:avLst/>
          </a:prstGeom>
        </p:spPr>
        <p:txBody>
          <a:bodyPr spcFirstLastPara="1" wrap="square" lIns="0" tIns="0" rIns="0" bIns="0" anchor="b" anchorCtr="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29" name="Google Shape;229;p30"/>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230" name="Google Shape;230;p30"/>
          <p:cNvSpPr txBox="1">
            <a:spLocks noGrp="1"/>
          </p:cNvSpPr>
          <p:nvPr>
            <p:ph type="title"/>
          </p:nvPr>
        </p:nvSpPr>
        <p:spPr>
          <a:xfrm>
            <a:off x="5796575" y="2351325"/>
            <a:ext cx="9895200" cy="7104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6200">
                <a:solidFill>
                  <a:schemeClr val="dk1"/>
                </a:solidFill>
              </a:defRPr>
            </a:lvl1pPr>
            <a:lvl2pPr lvl="1">
              <a:lnSpc>
                <a:spcPct val="90000"/>
              </a:lnSpc>
              <a:spcBef>
                <a:spcPts val="0"/>
              </a:spcBef>
              <a:spcAft>
                <a:spcPts val="0"/>
              </a:spcAft>
              <a:buNone/>
              <a:defRPr sz="6200">
                <a:solidFill>
                  <a:schemeClr val="dk1"/>
                </a:solidFill>
              </a:defRPr>
            </a:lvl2pPr>
            <a:lvl3pPr lvl="2">
              <a:lnSpc>
                <a:spcPct val="90000"/>
              </a:lnSpc>
              <a:spcBef>
                <a:spcPts val="0"/>
              </a:spcBef>
              <a:spcAft>
                <a:spcPts val="0"/>
              </a:spcAft>
              <a:buNone/>
              <a:defRPr sz="6200">
                <a:solidFill>
                  <a:schemeClr val="dk1"/>
                </a:solidFill>
              </a:defRPr>
            </a:lvl3pPr>
            <a:lvl4pPr lvl="3">
              <a:lnSpc>
                <a:spcPct val="90000"/>
              </a:lnSpc>
              <a:spcBef>
                <a:spcPts val="0"/>
              </a:spcBef>
              <a:spcAft>
                <a:spcPts val="0"/>
              </a:spcAft>
              <a:buNone/>
              <a:defRPr sz="6200">
                <a:solidFill>
                  <a:schemeClr val="dk1"/>
                </a:solidFill>
              </a:defRPr>
            </a:lvl4pPr>
            <a:lvl5pPr lvl="4">
              <a:lnSpc>
                <a:spcPct val="90000"/>
              </a:lnSpc>
              <a:spcBef>
                <a:spcPts val="0"/>
              </a:spcBef>
              <a:spcAft>
                <a:spcPts val="0"/>
              </a:spcAft>
              <a:buNone/>
              <a:defRPr sz="6200">
                <a:solidFill>
                  <a:schemeClr val="dk1"/>
                </a:solidFill>
              </a:defRPr>
            </a:lvl5pPr>
            <a:lvl6pPr lvl="5">
              <a:lnSpc>
                <a:spcPct val="90000"/>
              </a:lnSpc>
              <a:spcBef>
                <a:spcPts val="0"/>
              </a:spcBef>
              <a:spcAft>
                <a:spcPts val="0"/>
              </a:spcAft>
              <a:buNone/>
              <a:defRPr sz="6200">
                <a:solidFill>
                  <a:schemeClr val="dk1"/>
                </a:solidFill>
              </a:defRPr>
            </a:lvl6pPr>
            <a:lvl7pPr lvl="6">
              <a:lnSpc>
                <a:spcPct val="90000"/>
              </a:lnSpc>
              <a:spcBef>
                <a:spcPts val="0"/>
              </a:spcBef>
              <a:spcAft>
                <a:spcPts val="0"/>
              </a:spcAft>
              <a:buNone/>
              <a:defRPr sz="6200">
                <a:solidFill>
                  <a:schemeClr val="dk1"/>
                </a:solidFill>
              </a:defRPr>
            </a:lvl7pPr>
            <a:lvl8pPr lvl="7">
              <a:lnSpc>
                <a:spcPct val="90000"/>
              </a:lnSpc>
              <a:spcBef>
                <a:spcPts val="0"/>
              </a:spcBef>
              <a:spcAft>
                <a:spcPts val="0"/>
              </a:spcAft>
              <a:buNone/>
              <a:defRPr sz="6200">
                <a:solidFill>
                  <a:schemeClr val="dk1"/>
                </a:solidFill>
              </a:defRPr>
            </a:lvl8pPr>
            <a:lvl9pPr lvl="8">
              <a:lnSpc>
                <a:spcPct val="90000"/>
              </a:lnSpc>
              <a:spcBef>
                <a:spcPts val="0"/>
              </a:spcBef>
              <a:spcAft>
                <a:spcPts val="0"/>
              </a:spcAft>
              <a:buNone/>
              <a:defRPr sz="6200">
                <a:solidFill>
                  <a:schemeClr val="dk1"/>
                </a:solidFill>
              </a:defRPr>
            </a:lvl9pPr>
          </a:lstStyle>
          <a:p>
            <a:endParaRPr/>
          </a:p>
        </p:txBody>
      </p:sp>
      <p:sp>
        <p:nvSpPr>
          <p:cNvPr id="231" name="Google Shape;231;p30"/>
          <p:cNvSpPr txBox="1">
            <a:spLocks noGrp="1"/>
          </p:cNvSpPr>
          <p:nvPr>
            <p:ph type="title" idx="3"/>
          </p:nvPr>
        </p:nvSpPr>
        <p:spPr>
          <a:xfrm>
            <a:off x="5796575" y="507450"/>
            <a:ext cx="9895200" cy="7104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6200"/>
            </a:lvl1pPr>
            <a:lvl2pPr lvl="1">
              <a:lnSpc>
                <a:spcPct val="90000"/>
              </a:lnSpc>
              <a:spcBef>
                <a:spcPts val="0"/>
              </a:spcBef>
              <a:spcAft>
                <a:spcPts val="0"/>
              </a:spcAft>
              <a:buNone/>
              <a:defRPr sz="6200"/>
            </a:lvl2pPr>
            <a:lvl3pPr lvl="2">
              <a:lnSpc>
                <a:spcPct val="90000"/>
              </a:lnSpc>
              <a:spcBef>
                <a:spcPts val="0"/>
              </a:spcBef>
              <a:spcAft>
                <a:spcPts val="0"/>
              </a:spcAft>
              <a:buNone/>
              <a:defRPr sz="6200"/>
            </a:lvl3pPr>
            <a:lvl4pPr lvl="3">
              <a:lnSpc>
                <a:spcPct val="90000"/>
              </a:lnSpc>
              <a:spcBef>
                <a:spcPts val="0"/>
              </a:spcBef>
              <a:spcAft>
                <a:spcPts val="0"/>
              </a:spcAft>
              <a:buNone/>
              <a:defRPr sz="6200"/>
            </a:lvl4pPr>
            <a:lvl5pPr lvl="4">
              <a:lnSpc>
                <a:spcPct val="90000"/>
              </a:lnSpc>
              <a:spcBef>
                <a:spcPts val="0"/>
              </a:spcBef>
              <a:spcAft>
                <a:spcPts val="0"/>
              </a:spcAft>
              <a:buNone/>
              <a:defRPr sz="6200"/>
            </a:lvl5pPr>
            <a:lvl6pPr lvl="5">
              <a:lnSpc>
                <a:spcPct val="90000"/>
              </a:lnSpc>
              <a:spcBef>
                <a:spcPts val="0"/>
              </a:spcBef>
              <a:spcAft>
                <a:spcPts val="0"/>
              </a:spcAft>
              <a:buNone/>
              <a:defRPr sz="6200"/>
            </a:lvl6pPr>
            <a:lvl7pPr lvl="6">
              <a:lnSpc>
                <a:spcPct val="90000"/>
              </a:lnSpc>
              <a:spcBef>
                <a:spcPts val="0"/>
              </a:spcBef>
              <a:spcAft>
                <a:spcPts val="0"/>
              </a:spcAft>
              <a:buNone/>
              <a:defRPr sz="6200"/>
            </a:lvl7pPr>
            <a:lvl8pPr lvl="7">
              <a:lnSpc>
                <a:spcPct val="90000"/>
              </a:lnSpc>
              <a:spcBef>
                <a:spcPts val="0"/>
              </a:spcBef>
              <a:spcAft>
                <a:spcPts val="0"/>
              </a:spcAft>
              <a:buNone/>
              <a:defRPr sz="6200"/>
            </a:lvl8pPr>
            <a:lvl9pPr lvl="8">
              <a:lnSpc>
                <a:spcPct val="90000"/>
              </a:lnSpc>
              <a:spcBef>
                <a:spcPts val="0"/>
              </a:spcBef>
              <a:spcAft>
                <a:spcPts val="0"/>
              </a:spcAft>
              <a:buNone/>
              <a:defRPr sz="6200"/>
            </a:lvl9pPr>
          </a:lstStyle>
          <a:p>
            <a:endParaRPr/>
          </a:p>
        </p:txBody>
      </p:sp>
      <p:sp>
        <p:nvSpPr>
          <p:cNvPr id="232" name="Google Shape;232;p30"/>
          <p:cNvSpPr txBox="1">
            <a:spLocks noGrp="1"/>
          </p:cNvSpPr>
          <p:nvPr>
            <p:ph type="subTitle" idx="4"/>
          </p:nvPr>
        </p:nvSpPr>
        <p:spPr>
          <a:xfrm>
            <a:off x="5712600" y="4290612"/>
            <a:ext cx="2613300" cy="543900"/>
          </a:xfrm>
          <a:prstGeom prst="rect">
            <a:avLst/>
          </a:prstGeom>
        </p:spPr>
        <p:txBody>
          <a:bodyPr spcFirstLastPara="1" wrap="square" lIns="0" tIns="0" rIns="0" bIns="0" anchor="b" anchorCtr="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a:endParaRPr/>
          </a:p>
        </p:txBody>
      </p:sp>
      <p:sp>
        <p:nvSpPr>
          <p:cNvPr id="233" name="Google Shape;233;p30"/>
          <p:cNvSpPr txBox="1">
            <a:spLocks noGrp="1"/>
          </p:cNvSpPr>
          <p:nvPr>
            <p:ph type="subTitle" idx="5"/>
          </p:nvPr>
        </p:nvSpPr>
        <p:spPr>
          <a:xfrm>
            <a:off x="5712600" y="3243901"/>
            <a:ext cx="2613300" cy="432300"/>
          </a:xfrm>
          <a:prstGeom prst="rect">
            <a:avLst/>
          </a:prstGeom>
        </p:spPr>
        <p:txBody>
          <a:bodyPr spcFirstLastPara="1" wrap="square" lIns="0" tIns="0" rIns="0" bIns="0" anchor="b" anchorCtr="0">
            <a:no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a:endParaRPr/>
          </a:p>
        </p:txBody>
      </p:sp>
      <p:sp>
        <p:nvSpPr>
          <p:cNvPr id="234" name="Google Shape;234;p30"/>
          <p:cNvSpPr txBox="1">
            <a:spLocks noGrp="1"/>
          </p:cNvSpPr>
          <p:nvPr>
            <p:ph type="subTitle" idx="6"/>
          </p:nvPr>
        </p:nvSpPr>
        <p:spPr>
          <a:xfrm>
            <a:off x="5712600" y="1318375"/>
            <a:ext cx="2613300" cy="483000"/>
          </a:xfrm>
          <a:prstGeom prst="rect">
            <a:avLst/>
          </a:prstGeom>
        </p:spPr>
        <p:txBody>
          <a:bodyPr spcFirstLastPara="1" wrap="square" lIns="0" tIns="0" rIns="0" bIns="0" anchor="b" anchorCtr="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wo modules">
  <p:cSld name="CUSTOM_1_1_1">
    <p:spTree>
      <p:nvGrpSpPr>
        <p:cNvPr id="1" name="Shape 235"/>
        <p:cNvGrpSpPr/>
        <p:nvPr/>
      </p:nvGrpSpPr>
      <p:grpSpPr>
        <a:xfrm>
          <a:off x="0" y="0"/>
          <a:ext cx="0" cy="0"/>
          <a:chOff x="0" y="0"/>
          <a:chExt cx="0" cy="0"/>
        </a:xfrm>
      </p:grpSpPr>
      <p:sp>
        <p:nvSpPr>
          <p:cNvPr id="236" name="Google Shape;236;p31"/>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7" name="Google Shape;237;p31"/>
          <p:cNvSpPr txBox="1">
            <a:spLocks noGrp="1"/>
          </p:cNvSpPr>
          <p:nvPr>
            <p:ph type="subTitle" idx="2"/>
          </p:nvPr>
        </p:nvSpPr>
        <p:spPr>
          <a:xfrm>
            <a:off x="361975" y="732775"/>
            <a:ext cx="3860100" cy="138600"/>
          </a:xfrm>
          <a:prstGeom prst="rect">
            <a:avLst/>
          </a:prstGeom>
        </p:spPr>
        <p:txBody>
          <a:bodyPr spcFirstLastPara="1" wrap="square" lIns="0" tIns="0" rIns="0" bIns="0" anchor="b" anchorCtr="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8" name="Google Shape;238;p31"/>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239" name="Google Shape;239;p31"/>
          <p:cNvSpPr txBox="1">
            <a:spLocks noGrp="1"/>
          </p:cNvSpPr>
          <p:nvPr>
            <p:ph type="title"/>
          </p:nvPr>
        </p:nvSpPr>
        <p:spPr>
          <a:xfrm>
            <a:off x="361975" y="988557"/>
            <a:ext cx="50184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tatement with image - Alt 1">
  <p:cSld name="CUSTOM_2">
    <p:spTree>
      <p:nvGrpSpPr>
        <p:cNvPr id="1" name="Shape 240"/>
        <p:cNvGrpSpPr/>
        <p:nvPr/>
      </p:nvGrpSpPr>
      <p:grpSpPr>
        <a:xfrm>
          <a:off x="0" y="0"/>
          <a:ext cx="0" cy="0"/>
          <a:chOff x="0" y="0"/>
          <a:chExt cx="0" cy="0"/>
        </a:xfrm>
      </p:grpSpPr>
      <p:sp>
        <p:nvSpPr>
          <p:cNvPr id="241" name="Google Shape;241;p32"/>
          <p:cNvSpPr>
            <a:spLocks noGrp="1"/>
          </p:cNvSpPr>
          <p:nvPr>
            <p:ph type="pic" idx="2"/>
          </p:nvPr>
        </p:nvSpPr>
        <p:spPr>
          <a:xfrm>
            <a:off x="6289075" y="1793300"/>
            <a:ext cx="2853300" cy="3350400"/>
          </a:xfrm>
          <a:prstGeom prst="rect">
            <a:avLst/>
          </a:prstGeom>
          <a:noFill/>
          <a:ln>
            <a:noFill/>
          </a:ln>
        </p:spPr>
      </p:sp>
      <p:sp>
        <p:nvSpPr>
          <p:cNvPr id="242" name="Google Shape;242;p32"/>
          <p:cNvSpPr/>
          <p:nvPr/>
        </p:nvSpPr>
        <p:spPr>
          <a:xfrm>
            <a:off x="6289085" y="0"/>
            <a:ext cx="2853300" cy="1793100"/>
          </a:xfrm>
          <a:prstGeom prst="roundRect">
            <a:avLst>
              <a:gd name="adj" fmla="val 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accent1"/>
              </a:solidFill>
              <a:latin typeface="DM Sans"/>
              <a:ea typeface="DM Sans"/>
              <a:cs typeface="DM Sans"/>
              <a:sym typeface="DM Sans"/>
            </a:endParaRPr>
          </a:p>
        </p:txBody>
      </p:sp>
      <p:sp>
        <p:nvSpPr>
          <p:cNvPr id="243" name="Google Shape;243;p32"/>
          <p:cNvSpPr txBox="1">
            <a:spLocks noGrp="1"/>
          </p:cNvSpPr>
          <p:nvPr>
            <p:ph type="title"/>
          </p:nvPr>
        </p:nvSpPr>
        <p:spPr>
          <a:xfrm>
            <a:off x="361975" y="988550"/>
            <a:ext cx="5356800" cy="2255400"/>
          </a:xfrm>
          <a:prstGeom prst="rect">
            <a:avLst/>
          </a:prstGeom>
        </p:spPr>
        <p:txBody>
          <a:bodyPr spcFirstLastPara="1" wrap="square" lIns="0" tIns="0" rIns="0" bIns="0" anchor="t" anchorCtr="0">
            <a:noAutofit/>
          </a:bodyPr>
          <a:lstStyle>
            <a:lvl1pPr lvl="0">
              <a:spcBef>
                <a:spcPts val="0"/>
              </a:spcBef>
              <a:spcAft>
                <a:spcPts val="0"/>
              </a:spcAft>
              <a:buNone/>
              <a:defRPr sz="2200"/>
            </a:lvl1pPr>
            <a:lvl2pPr lvl="1">
              <a:spcBef>
                <a:spcPts val="0"/>
              </a:spcBef>
              <a:spcAft>
                <a:spcPts val="0"/>
              </a:spcAft>
              <a:buNone/>
              <a:defRPr sz="2200"/>
            </a:lvl2pPr>
            <a:lvl3pPr lvl="2">
              <a:spcBef>
                <a:spcPts val="0"/>
              </a:spcBef>
              <a:spcAft>
                <a:spcPts val="0"/>
              </a:spcAft>
              <a:buNone/>
              <a:defRPr sz="2200"/>
            </a:lvl3pPr>
            <a:lvl4pPr lvl="3">
              <a:spcBef>
                <a:spcPts val="0"/>
              </a:spcBef>
              <a:spcAft>
                <a:spcPts val="0"/>
              </a:spcAft>
              <a:buNone/>
              <a:defRPr sz="2200"/>
            </a:lvl4pPr>
            <a:lvl5pPr lvl="4">
              <a:spcBef>
                <a:spcPts val="0"/>
              </a:spcBef>
              <a:spcAft>
                <a:spcPts val="0"/>
              </a:spcAft>
              <a:buNone/>
              <a:defRPr sz="2200"/>
            </a:lvl5pPr>
            <a:lvl6pPr lvl="5">
              <a:spcBef>
                <a:spcPts val="0"/>
              </a:spcBef>
              <a:spcAft>
                <a:spcPts val="0"/>
              </a:spcAft>
              <a:buNone/>
              <a:defRPr sz="2200"/>
            </a:lvl6pPr>
            <a:lvl7pPr lvl="6">
              <a:spcBef>
                <a:spcPts val="0"/>
              </a:spcBef>
              <a:spcAft>
                <a:spcPts val="0"/>
              </a:spcAft>
              <a:buNone/>
              <a:defRPr sz="2200"/>
            </a:lvl7pPr>
            <a:lvl8pPr lvl="7">
              <a:spcBef>
                <a:spcPts val="0"/>
              </a:spcBef>
              <a:spcAft>
                <a:spcPts val="0"/>
              </a:spcAft>
              <a:buNone/>
              <a:defRPr sz="2200"/>
            </a:lvl8pPr>
            <a:lvl9pPr lvl="8">
              <a:spcBef>
                <a:spcPts val="0"/>
              </a:spcBef>
              <a:spcAft>
                <a:spcPts val="0"/>
              </a:spcAft>
              <a:buNone/>
              <a:defRPr sz="2200"/>
            </a:lvl9pPr>
          </a:lstStyle>
          <a:p>
            <a:endParaRPr/>
          </a:p>
        </p:txBody>
      </p:sp>
      <p:sp>
        <p:nvSpPr>
          <p:cNvPr id="244" name="Google Shape;244;p32"/>
          <p:cNvSpPr txBox="1">
            <a:spLocks noGrp="1"/>
          </p:cNvSpPr>
          <p:nvPr>
            <p:ph type="body" idx="1"/>
          </p:nvPr>
        </p:nvSpPr>
        <p:spPr>
          <a:xfrm>
            <a:off x="361975" y="3541582"/>
            <a:ext cx="3777000" cy="1044300"/>
          </a:xfrm>
          <a:prstGeom prst="rect">
            <a:avLst/>
          </a:prstGeom>
        </p:spPr>
        <p:txBody>
          <a:bodyPr spcFirstLastPara="1" wrap="square" lIns="0" tIns="0" rIns="0" bIns="0" anchor="b" anchorCtr="0">
            <a:noAutofit/>
          </a:bodyPr>
          <a:lstStyle>
            <a:lvl1pPr marL="457200" lvl="0"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marL="914400" lvl="1"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marL="1371600" lvl="2"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marL="1828800" lvl="3"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marL="2286000" lvl="4"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marL="2743200" lvl="5"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marL="3200400" lvl="6"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marL="3657600" lvl="7" indent="-2921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marL="4114800" lvl="8" indent="-2921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a:endParaRPr/>
          </a:p>
        </p:txBody>
      </p:sp>
      <p:sp>
        <p:nvSpPr>
          <p:cNvPr id="245" name="Google Shape;245;p32"/>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246" name="Google Shape;246;p32"/>
          <p:cNvSpPr txBox="1">
            <a:spLocks noGrp="1"/>
          </p:cNvSpPr>
          <p:nvPr>
            <p:ph type="subTitle" idx="3"/>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tatement with image - Alt 2">
  <p:cSld name="CUSTOM_2_1">
    <p:spTree>
      <p:nvGrpSpPr>
        <p:cNvPr id="1" name="Shape 247"/>
        <p:cNvGrpSpPr/>
        <p:nvPr/>
      </p:nvGrpSpPr>
      <p:grpSpPr>
        <a:xfrm>
          <a:off x="0" y="0"/>
          <a:ext cx="0" cy="0"/>
          <a:chOff x="0" y="0"/>
          <a:chExt cx="0" cy="0"/>
        </a:xfrm>
      </p:grpSpPr>
      <p:sp>
        <p:nvSpPr>
          <p:cNvPr id="248" name="Google Shape;248;p33"/>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249" name="Google Shape;249;p33"/>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0" name="Google Shape;250;p33"/>
          <p:cNvSpPr txBox="1">
            <a:spLocks noGrp="1"/>
          </p:cNvSpPr>
          <p:nvPr>
            <p:ph type="body" idx="2"/>
          </p:nvPr>
        </p:nvSpPr>
        <p:spPr>
          <a:xfrm>
            <a:off x="1957800" y="4195275"/>
            <a:ext cx="5228400" cy="390600"/>
          </a:xfrm>
          <a:prstGeom prst="rect">
            <a:avLst/>
          </a:prstGeom>
        </p:spPr>
        <p:txBody>
          <a:bodyPr spcFirstLastPara="1" wrap="square" lIns="0" tIns="0" rIns="0" bIns="0" anchor="b" anchorCtr="0">
            <a:noAutofit/>
          </a:bodyPr>
          <a:lstStyle>
            <a:lvl1pPr marL="457200" lvl="0" indent="-292100" algn="ctr">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marL="914400" lvl="1" indent="-2921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marL="1371600" lvl="2" indent="-2921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marL="1828800" lvl="3" indent="-2921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marL="2286000" lvl="4" indent="-2921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marL="2743200" lvl="5" indent="-2921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marL="3200400" lvl="6" indent="-2921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marL="3657600" lvl="7" indent="-2921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marL="4114800" lvl="8" indent="-292100" algn="ctr">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a:endParaRPr/>
          </a:p>
        </p:txBody>
      </p:sp>
      <p:sp>
        <p:nvSpPr>
          <p:cNvPr id="251" name="Google Shape;251;p33"/>
          <p:cNvSpPr txBox="1">
            <a:spLocks noGrp="1"/>
          </p:cNvSpPr>
          <p:nvPr>
            <p:ph type="subTitle" idx="3"/>
          </p:nvPr>
        </p:nvSpPr>
        <p:spPr>
          <a:xfrm>
            <a:off x="2490450" y="732775"/>
            <a:ext cx="4163100" cy="138600"/>
          </a:xfrm>
          <a:prstGeom prst="rect">
            <a:avLst/>
          </a:prstGeom>
        </p:spPr>
        <p:txBody>
          <a:bodyPr spcFirstLastPara="1" wrap="square" lIns="0" tIns="0" rIns="0" bIns="0" anchor="b" anchorCtr="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a:endParaRPr/>
          </a:p>
        </p:txBody>
      </p:sp>
      <p:sp>
        <p:nvSpPr>
          <p:cNvPr id="252" name="Google Shape;252;p33"/>
          <p:cNvSpPr txBox="1">
            <a:spLocks noGrp="1"/>
          </p:cNvSpPr>
          <p:nvPr>
            <p:ph type="title"/>
          </p:nvPr>
        </p:nvSpPr>
        <p:spPr>
          <a:xfrm>
            <a:off x="719400" y="988550"/>
            <a:ext cx="7705200" cy="587700"/>
          </a:xfrm>
          <a:prstGeom prst="rect">
            <a:avLst/>
          </a:prstGeom>
        </p:spPr>
        <p:txBody>
          <a:bodyPr spcFirstLastPara="1" wrap="square" lIns="0" tIns="0" rIns="0" bIns="0" anchor="t" anchorCtr="0">
            <a:spAutoFit/>
          </a:bodyPr>
          <a:lstStyle>
            <a:lvl1pPr lvl="0" algn="ctr">
              <a:lnSpc>
                <a:spcPct val="90000"/>
              </a:lnSpc>
              <a:spcBef>
                <a:spcPts val="0"/>
              </a:spcBef>
              <a:spcAft>
                <a:spcPts val="0"/>
              </a:spcAft>
              <a:buNone/>
              <a:defRPr sz="2200"/>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a:endParaRPr/>
          </a:p>
        </p:txBody>
      </p:sp>
      <p:sp>
        <p:nvSpPr>
          <p:cNvPr id="253" name="Google Shape;253;p33"/>
          <p:cNvSpPr>
            <a:spLocks noGrp="1"/>
          </p:cNvSpPr>
          <p:nvPr>
            <p:ph type="pic" idx="4"/>
          </p:nvPr>
        </p:nvSpPr>
        <p:spPr>
          <a:xfrm>
            <a:off x="3982589" y="2427948"/>
            <a:ext cx="1179600" cy="14172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tatement with image - Alt 3">
  <p:cSld name="CUSTOM_2_1_2">
    <p:bg>
      <p:bgPr>
        <a:solidFill>
          <a:schemeClr val="accent1"/>
        </a:solidFill>
        <a:effectLst/>
      </p:bgPr>
    </p:bg>
    <p:spTree>
      <p:nvGrpSpPr>
        <p:cNvPr id="1" name="Shape 254"/>
        <p:cNvGrpSpPr/>
        <p:nvPr/>
      </p:nvGrpSpPr>
      <p:grpSpPr>
        <a:xfrm>
          <a:off x="0" y="0"/>
          <a:ext cx="0" cy="0"/>
          <a:chOff x="0" y="0"/>
          <a:chExt cx="0" cy="0"/>
        </a:xfrm>
      </p:grpSpPr>
      <p:sp>
        <p:nvSpPr>
          <p:cNvPr id="255" name="Google Shape;255;p34"/>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256" name="Google Shape;256;p34"/>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7" name="Google Shape;257;p34"/>
          <p:cNvSpPr txBox="1">
            <a:spLocks noGrp="1"/>
          </p:cNvSpPr>
          <p:nvPr>
            <p:ph type="subTitle" idx="2"/>
          </p:nvPr>
        </p:nvSpPr>
        <p:spPr>
          <a:xfrm>
            <a:off x="3154650" y="1051772"/>
            <a:ext cx="4163100" cy="138600"/>
          </a:xfrm>
          <a:prstGeom prst="rect">
            <a:avLst/>
          </a:prstGeom>
        </p:spPr>
        <p:txBody>
          <a:bodyPr spcFirstLastPara="1" wrap="square" lIns="0" tIns="0" rIns="0" bIns="0" anchor="b" anchorCtr="0">
            <a:sp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a:endParaRPr/>
          </a:p>
        </p:txBody>
      </p:sp>
      <p:sp>
        <p:nvSpPr>
          <p:cNvPr id="258" name="Google Shape;258;p34"/>
          <p:cNvSpPr txBox="1">
            <a:spLocks noGrp="1"/>
          </p:cNvSpPr>
          <p:nvPr>
            <p:ph type="title"/>
          </p:nvPr>
        </p:nvSpPr>
        <p:spPr>
          <a:xfrm>
            <a:off x="3154650" y="1801500"/>
            <a:ext cx="5622000" cy="28320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2800"/>
            </a:lvl1pPr>
            <a:lvl2pPr lvl="1">
              <a:lnSpc>
                <a:spcPct val="90000"/>
              </a:lnSpc>
              <a:spcBef>
                <a:spcPts val="0"/>
              </a:spcBef>
              <a:spcAft>
                <a:spcPts val="0"/>
              </a:spcAft>
              <a:buNone/>
              <a:defRPr sz="2800"/>
            </a:lvl2pPr>
            <a:lvl3pPr lvl="2">
              <a:lnSpc>
                <a:spcPct val="90000"/>
              </a:lnSpc>
              <a:spcBef>
                <a:spcPts val="0"/>
              </a:spcBef>
              <a:spcAft>
                <a:spcPts val="0"/>
              </a:spcAft>
              <a:buNone/>
              <a:defRPr sz="2800"/>
            </a:lvl3pPr>
            <a:lvl4pPr lvl="3">
              <a:lnSpc>
                <a:spcPct val="90000"/>
              </a:lnSpc>
              <a:spcBef>
                <a:spcPts val="0"/>
              </a:spcBef>
              <a:spcAft>
                <a:spcPts val="0"/>
              </a:spcAft>
              <a:buNone/>
              <a:defRPr sz="2800"/>
            </a:lvl4pPr>
            <a:lvl5pPr lvl="4">
              <a:lnSpc>
                <a:spcPct val="90000"/>
              </a:lnSpc>
              <a:spcBef>
                <a:spcPts val="0"/>
              </a:spcBef>
              <a:spcAft>
                <a:spcPts val="0"/>
              </a:spcAft>
              <a:buNone/>
              <a:defRPr sz="2800"/>
            </a:lvl5pPr>
            <a:lvl6pPr lvl="5">
              <a:lnSpc>
                <a:spcPct val="90000"/>
              </a:lnSpc>
              <a:spcBef>
                <a:spcPts val="0"/>
              </a:spcBef>
              <a:spcAft>
                <a:spcPts val="0"/>
              </a:spcAft>
              <a:buNone/>
              <a:defRPr sz="2800"/>
            </a:lvl6pPr>
            <a:lvl7pPr lvl="6">
              <a:lnSpc>
                <a:spcPct val="90000"/>
              </a:lnSpc>
              <a:spcBef>
                <a:spcPts val="0"/>
              </a:spcBef>
              <a:spcAft>
                <a:spcPts val="0"/>
              </a:spcAft>
              <a:buNone/>
              <a:defRPr sz="2800"/>
            </a:lvl7pPr>
            <a:lvl8pPr lvl="7">
              <a:lnSpc>
                <a:spcPct val="90000"/>
              </a:lnSpc>
              <a:spcBef>
                <a:spcPts val="0"/>
              </a:spcBef>
              <a:spcAft>
                <a:spcPts val="0"/>
              </a:spcAft>
              <a:buNone/>
              <a:defRPr sz="2800"/>
            </a:lvl8pPr>
            <a:lvl9pPr lvl="8">
              <a:lnSpc>
                <a:spcPct val="90000"/>
              </a:lnSpc>
              <a:spcBef>
                <a:spcPts val="0"/>
              </a:spcBef>
              <a:spcAft>
                <a:spcPts val="0"/>
              </a:spcAft>
              <a:buNone/>
              <a:defRPr sz="2800"/>
            </a:lvl9pPr>
          </a:lstStyle>
          <a:p>
            <a:endParaRPr/>
          </a:p>
        </p:txBody>
      </p:sp>
      <p:sp>
        <p:nvSpPr>
          <p:cNvPr id="259" name="Google Shape;259;p34"/>
          <p:cNvSpPr>
            <a:spLocks noGrp="1"/>
          </p:cNvSpPr>
          <p:nvPr>
            <p:ph type="pic" idx="3"/>
          </p:nvPr>
        </p:nvSpPr>
        <p:spPr>
          <a:xfrm>
            <a:off x="361975" y="1066100"/>
            <a:ext cx="1967700" cy="13116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ustom section header">
  <p:cSld name="CUSTOM_2_1_2_1_2">
    <p:bg>
      <p:bgPr>
        <a:solidFill>
          <a:schemeClr val="lt1"/>
        </a:solidFill>
        <a:effectLst/>
      </p:bgPr>
    </p:bg>
    <p:spTree>
      <p:nvGrpSpPr>
        <p:cNvPr id="1" name="Shape 260"/>
        <p:cNvGrpSpPr/>
        <p:nvPr/>
      </p:nvGrpSpPr>
      <p:grpSpPr>
        <a:xfrm>
          <a:off x="0" y="0"/>
          <a:ext cx="0" cy="0"/>
          <a:chOff x="0" y="0"/>
          <a:chExt cx="0" cy="0"/>
        </a:xfrm>
      </p:grpSpPr>
      <p:sp>
        <p:nvSpPr>
          <p:cNvPr id="261" name="Google Shape;261;p35"/>
          <p:cNvSpPr>
            <a:spLocks noGrp="1"/>
          </p:cNvSpPr>
          <p:nvPr>
            <p:ph type="pic" idx="2"/>
          </p:nvPr>
        </p:nvSpPr>
        <p:spPr>
          <a:xfrm>
            <a:off x="361975" y="781775"/>
            <a:ext cx="2872800" cy="3783300"/>
          </a:xfrm>
          <a:prstGeom prst="rect">
            <a:avLst/>
          </a:prstGeom>
          <a:noFill/>
          <a:ln>
            <a:noFill/>
          </a:ln>
        </p:spPr>
      </p:sp>
      <p:sp>
        <p:nvSpPr>
          <p:cNvPr id="262" name="Google Shape;262;p35"/>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263" name="Google Shape;263;p35"/>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64" name="Google Shape;264;p35"/>
          <p:cNvSpPr txBox="1">
            <a:spLocks noGrp="1"/>
          </p:cNvSpPr>
          <p:nvPr>
            <p:ph type="subTitle" idx="3"/>
          </p:nvPr>
        </p:nvSpPr>
        <p:spPr>
          <a:xfrm>
            <a:off x="3657600" y="1051772"/>
            <a:ext cx="4163100" cy="138600"/>
          </a:xfrm>
          <a:prstGeom prst="rect">
            <a:avLst/>
          </a:prstGeom>
        </p:spPr>
        <p:txBody>
          <a:bodyPr spcFirstLastPara="1" wrap="square" lIns="0" tIns="0" rIns="0" bIns="0" anchor="b" anchorCtr="0">
            <a:sp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a:endParaRPr/>
          </a:p>
        </p:txBody>
      </p:sp>
      <p:sp>
        <p:nvSpPr>
          <p:cNvPr id="265" name="Google Shape;265;p35"/>
          <p:cNvSpPr txBox="1">
            <a:spLocks noGrp="1"/>
          </p:cNvSpPr>
          <p:nvPr>
            <p:ph type="title"/>
          </p:nvPr>
        </p:nvSpPr>
        <p:spPr>
          <a:xfrm>
            <a:off x="3657600" y="1555450"/>
            <a:ext cx="5622000" cy="17505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2800">
                <a:solidFill>
                  <a:schemeClr val="dk1"/>
                </a:solidFill>
              </a:defRPr>
            </a:lvl1pPr>
            <a:lvl2pPr lvl="1">
              <a:lnSpc>
                <a:spcPct val="90000"/>
              </a:lnSpc>
              <a:spcBef>
                <a:spcPts val="0"/>
              </a:spcBef>
              <a:spcAft>
                <a:spcPts val="0"/>
              </a:spcAft>
              <a:buNone/>
              <a:defRPr sz="2800">
                <a:solidFill>
                  <a:schemeClr val="dk1"/>
                </a:solidFill>
              </a:defRPr>
            </a:lvl2pPr>
            <a:lvl3pPr lvl="2">
              <a:lnSpc>
                <a:spcPct val="90000"/>
              </a:lnSpc>
              <a:spcBef>
                <a:spcPts val="0"/>
              </a:spcBef>
              <a:spcAft>
                <a:spcPts val="0"/>
              </a:spcAft>
              <a:buNone/>
              <a:defRPr sz="2800">
                <a:solidFill>
                  <a:schemeClr val="dk1"/>
                </a:solidFill>
              </a:defRPr>
            </a:lvl3pPr>
            <a:lvl4pPr lvl="3">
              <a:lnSpc>
                <a:spcPct val="90000"/>
              </a:lnSpc>
              <a:spcBef>
                <a:spcPts val="0"/>
              </a:spcBef>
              <a:spcAft>
                <a:spcPts val="0"/>
              </a:spcAft>
              <a:buNone/>
              <a:defRPr sz="2800">
                <a:solidFill>
                  <a:schemeClr val="dk1"/>
                </a:solidFill>
              </a:defRPr>
            </a:lvl4pPr>
            <a:lvl5pPr lvl="4">
              <a:lnSpc>
                <a:spcPct val="90000"/>
              </a:lnSpc>
              <a:spcBef>
                <a:spcPts val="0"/>
              </a:spcBef>
              <a:spcAft>
                <a:spcPts val="0"/>
              </a:spcAft>
              <a:buNone/>
              <a:defRPr sz="2800">
                <a:solidFill>
                  <a:schemeClr val="dk1"/>
                </a:solidFill>
              </a:defRPr>
            </a:lvl5pPr>
            <a:lvl6pPr lvl="5">
              <a:lnSpc>
                <a:spcPct val="90000"/>
              </a:lnSpc>
              <a:spcBef>
                <a:spcPts val="0"/>
              </a:spcBef>
              <a:spcAft>
                <a:spcPts val="0"/>
              </a:spcAft>
              <a:buNone/>
              <a:defRPr sz="2800">
                <a:solidFill>
                  <a:schemeClr val="dk1"/>
                </a:solidFill>
              </a:defRPr>
            </a:lvl6pPr>
            <a:lvl7pPr lvl="6">
              <a:lnSpc>
                <a:spcPct val="90000"/>
              </a:lnSpc>
              <a:spcBef>
                <a:spcPts val="0"/>
              </a:spcBef>
              <a:spcAft>
                <a:spcPts val="0"/>
              </a:spcAft>
              <a:buNone/>
              <a:defRPr sz="2800">
                <a:solidFill>
                  <a:schemeClr val="dk1"/>
                </a:solidFill>
              </a:defRPr>
            </a:lvl7pPr>
            <a:lvl8pPr lvl="7">
              <a:lnSpc>
                <a:spcPct val="90000"/>
              </a:lnSpc>
              <a:spcBef>
                <a:spcPts val="0"/>
              </a:spcBef>
              <a:spcAft>
                <a:spcPts val="0"/>
              </a:spcAft>
              <a:buNone/>
              <a:defRPr sz="2800">
                <a:solidFill>
                  <a:schemeClr val="dk1"/>
                </a:solidFill>
              </a:defRPr>
            </a:lvl8pPr>
            <a:lvl9pPr lvl="8">
              <a:lnSpc>
                <a:spcPct val="90000"/>
              </a:lnSpc>
              <a:spcBef>
                <a:spcPts val="0"/>
              </a:spcBef>
              <a:spcAft>
                <a:spcPts val="0"/>
              </a:spcAft>
              <a:buNone/>
              <a:defRPr sz="2800">
                <a:solidFill>
                  <a:schemeClr val="dk1"/>
                </a:solidFill>
              </a:defRPr>
            </a:lvl9pPr>
          </a:lstStyle>
          <a:p>
            <a:endParaRPr/>
          </a:p>
        </p:txBody>
      </p:sp>
      <p:sp>
        <p:nvSpPr>
          <p:cNvPr id="266" name="Google Shape;266;p35"/>
          <p:cNvSpPr txBox="1">
            <a:spLocks noGrp="1"/>
          </p:cNvSpPr>
          <p:nvPr>
            <p:ph type="body" idx="4"/>
          </p:nvPr>
        </p:nvSpPr>
        <p:spPr>
          <a:xfrm>
            <a:off x="3657600" y="3556575"/>
            <a:ext cx="3554400" cy="1029300"/>
          </a:xfrm>
          <a:prstGeom prst="rect">
            <a:avLst/>
          </a:prstGeom>
        </p:spPr>
        <p:txBody>
          <a:bodyPr spcFirstLastPara="1" wrap="square" lIns="0" tIns="0" rIns="0" bIns="0" anchor="b" anchorCtr="0">
            <a:spAutoFit/>
          </a:bodyPr>
          <a:lstStyle>
            <a:lvl1pPr marL="457200" lvl="0" indent="-2921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marL="914400" lvl="1"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marL="1371600" lvl="2"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marL="1828800" lvl="3"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marL="2286000" lvl="4"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marL="2743200" lvl="5"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marL="3200400" lvl="6"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marL="3657600" lvl="7" indent="-2921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marL="4114800" lvl="8" indent="-2921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tatement with image - Alt 5">
  <p:cSld name="CUSTOM_2_1_2_1_1">
    <p:bg>
      <p:bgPr>
        <a:solidFill>
          <a:schemeClr val="accent2"/>
        </a:solidFill>
        <a:effectLst/>
      </p:bgPr>
    </p:bg>
    <p:spTree>
      <p:nvGrpSpPr>
        <p:cNvPr id="1" name="Shape 267"/>
        <p:cNvGrpSpPr/>
        <p:nvPr/>
      </p:nvGrpSpPr>
      <p:grpSpPr>
        <a:xfrm>
          <a:off x="0" y="0"/>
          <a:ext cx="0" cy="0"/>
          <a:chOff x="0" y="0"/>
          <a:chExt cx="0" cy="0"/>
        </a:xfrm>
      </p:grpSpPr>
      <p:pic>
        <p:nvPicPr>
          <p:cNvPr id="268" name="Google Shape;268;p36" descr="The reflective glass facade of a skyscraper. "/>
          <p:cNvPicPr preferRelativeResize="0"/>
          <p:nvPr/>
        </p:nvPicPr>
        <p:blipFill rotWithShape="1">
          <a:blip r:embed="rId2">
            <a:alphaModFix amt="14000"/>
          </a:blip>
          <a:srcRect b="15604"/>
          <a:stretch/>
        </p:blipFill>
        <p:spPr>
          <a:xfrm>
            <a:off x="0" y="-8150"/>
            <a:ext cx="9144003" cy="5143501"/>
          </a:xfrm>
          <a:prstGeom prst="rect">
            <a:avLst/>
          </a:prstGeom>
          <a:noFill/>
          <a:ln>
            <a:noFill/>
          </a:ln>
        </p:spPr>
      </p:pic>
      <p:sp>
        <p:nvSpPr>
          <p:cNvPr id="269" name="Google Shape;269;p36"/>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270" name="Google Shape;270;p36"/>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1" name="Google Shape;271;p36"/>
          <p:cNvSpPr txBox="1">
            <a:spLocks noGrp="1"/>
          </p:cNvSpPr>
          <p:nvPr>
            <p:ph type="body" idx="2"/>
          </p:nvPr>
        </p:nvSpPr>
        <p:spPr>
          <a:xfrm>
            <a:off x="1957800" y="4195275"/>
            <a:ext cx="5228400" cy="390600"/>
          </a:xfrm>
          <a:prstGeom prst="rect">
            <a:avLst/>
          </a:prstGeom>
        </p:spPr>
        <p:txBody>
          <a:bodyPr spcFirstLastPara="1" wrap="square" lIns="0" tIns="0" rIns="0" bIns="0" anchor="b" anchorCtr="0">
            <a:noAutofit/>
          </a:bodyPr>
          <a:lstStyle>
            <a:lvl1pPr marL="457200" lvl="0" indent="-292100" algn="ctr">
              <a:spcBef>
                <a:spcPts val="0"/>
              </a:spcBef>
              <a:spcAft>
                <a:spcPts val="0"/>
              </a:spcAft>
              <a:buClr>
                <a:schemeClr val="lt1"/>
              </a:buClr>
              <a:buSzPts val="1000"/>
              <a:buFont typeface="DM Sans"/>
              <a:buChar char="●"/>
              <a:defRPr sz="1000"/>
            </a:lvl1pPr>
            <a:lvl2pPr marL="914400" lvl="1" indent="-292100" algn="ctr">
              <a:spcBef>
                <a:spcPts val="800"/>
              </a:spcBef>
              <a:spcAft>
                <a:spcPts val="0"/>
              </a:spcAft>
              <a:buClr>
                <a:schemeClr val="lt1"/>
              </a:buClr>
              <a:buSzPts val="1000"/>
              <a:buFont typeface="DM Sans"/>
              <a:buChar char="○"/>
              <a:defRPr sz="1000"/>
            </a:lvl2pPr>
            <a:lvl3pPr marL="1371600" lvl="2" indent="-292100" algn="ctr">
              <a:spcBef>
                <a:spcPts val="800"/>
              </a:spcBef>
              <a:spcAft>
                <a:spcPts val="0"/>
              </a:spcAft>
              <a:buClr>
                <a:schemeClr val="lt1"/>
              </a:buClr>
              <a:buSzPts val="1000"/>
              <a:buFont typeface="DM Sans"/>
              <a:buChar char="■"/>
              <a:defRPr sz="1000"/>
            </a:lvl3pPr>
            <a:lvl4pPr marL="1828800" lvl="3" indent="-292100" algn="ctr">
              <a:spcBef>
                <a:spcPts val="800"/>
              </a:spcBef>
              <a:spcAft>
                <a:spcPts val="0"/>
              </a:spcAft>
              <a:buClr>
                <a:schemeClr val="lt1"/>
              </a:buClr>
              <a:buSzPts val="1000"/>
              <a:buFont typeface="DM Sans"/>
              <a:buChar char="●"/>
              <a:defRPr sz="1000"/>
            </a:lvl4pPr>
            <a:lvl5pPr marL="2286000" lvl="4" indent="-292100" algn="ctr">
              <a:spcBef>
                <a:spcPts val="800"/>
              </a:spcBef>
              <a:spcAft>
                <a:spcPts val="0"/>
              </a:spcAft>
              <a:buClr>
                <a:schemeClr val="lt1"/>
              </a:buClr>
              <a:buSzPts val="1000"/>
              <a:buFont typeface="DM Sans"/>
              <a:buChar char="○"/>
              <a:defRPr sz="1000"/>
            </a:lvl5pPr>
            <a:lvl6pPr marL="2743200" lvl="5" indent="-292100" algn="ctr">
              <a:spcBef>
                <a:spcPts val="800"/>
              </a:spcBef>
              <a:spcAft>
                <a:spcPts val="0"/>
              </a:spcAft>
              <a:buClr>
                <a:schemeClr val="lt1"/>
              </a:buClr>
              <a:buSzPts val="1000"/>
              <a:buFont typeface="DM Sans"/>
              <a:buChar char="■"/>
              <a:defRPr sz="1000"/>
            </a:lvl6pPr>
            <a:lvl7pPr marL="3200400" lvl="6" indent="-292100" algn="ctr">
              <a:spcBef>
                <a:spcPts val="800"/>
              </a:spcBef>
              <a:spcAft>
                <a:spcPts val="0"/>
              </a:spcAft>
              <a:buClr>
                <a:schemeClr val="lt1"/>
              </a:buClr>
              <a:buSzPts val="1000"/>
              <a:buFont typeface="DM Sans"/>
              <a:buChar char="●"/>
              <a:defRPr sz="1000"/>
            </a:lvl7pPr>
            <a:lvl8pPr marL="3657600" lvl="7" indent="-292100" algn="ctr">
              <a:spcBef>
                <a:spcPts val="800"/>
              </a:spcBef>
              <a:spcAft>
                <a:spcPts val="0"/>
              </a:spcAft>
              <a:buClr>
                <a:schemeClr val="lt1"/>
              </a:buClr>
              <a:buSzPts val="1000"/>
              <a:buFont typeface="DM Sans"/>
              <a:buChar char="○"/>
              <a:defRPr sz="1000"/>
            </a:lvl8pPr>
            <a:lvl9pPr marL="4114800" lvl="8" indent="-292100" algn="ctr">
              <a:spcBef>
                <a:spcPts val="800"/>
              </a:spcBef>
              <a:spcAft>
                <a:spcPts val="800"/>
              </a:spcAft>
              <a:buClr>
                <a:schemeClr val="lt1"/>
              </a:buClr>
              <a:buSzPts val="1000"/>
              <a:buFont typeface="DM Sans"/>
              <a:buChar char="■"/>
              <a:defRPr sz="1000"/>
            </a:lvl9pPr>
          </a:lstStyle>
          <a:p>
            <a:endParaRPr/>
          </a:p>
        </p:txBody>
      </p:sp>
      <p:sp>
        <p:nvSpPr>
          <p:cNvPr id="272" name="Google Shape;272;p36"/>
          <p:cNvSpPr txBox="1">
            <a:spLocks noGrp="1"/>
          </p:cNvSpPr>
          <p:nvPr>
            <p:ph type="subTitle" idx="3"/>
          </p:nvPr>
        </p:nvSpPr>
        <p:spPr>
          <a:xfrm>
            <a:off x="2490450" y="732775"/>
            <a:ext cx="4163100" cy="138600"/>
          </a:xfrm>
          <a:prstGeom prst="rect">
            <a:avLst/>
          </a:prstGeom>
        </p:spPr>
        <p:txBody>
          <a:bodyPr spcFirstLastPara="1" wrap="square" lIns="0" tIns="0" rIns="0" bIns="0" anchor="b" anchorCtr="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a:endParaRPr/>
          </a:p>
        </p:txBody>
      </p:sp>
      <p:sp>
        <p:nvSpPr>
          <p:cNvPr id="273" name="Google Shape;273;p36"/>
          <p:cNvSpPr txBox="1">
            <a:spLocks noGrp="1"/>
          </p:cNvSpPr>
          <p:nvPr>
            <p:ph type="title"/>
          </p:nvPr>
        </p:nvSpPr>
        <p:spPr>
          <a:xfrm>
            <a:off x="719400" y="988550"/>
            <a:ext cx="7705200" cy="587700"/>
          </a:xfrm>
          <a:prstGeom prst="rect">
            <a:avLst/>
          </a:prstGeom>
        </p:spPr>
        <p:txBody>
          <a:bodyPr spcFirstLastPara="1" wrap="square" lIns="0" tIns="0" rIns="0" bIns="0" anchor="t" anchorCtr="0">
            <a:sp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a:endParaRPr/>
          </a:p>
        </p:txBody>
      </p:sp>
      <p:sp>
        <p:nvSpPr>
          <p:cNvPr id="274" name="Google Shape;274;p36"/>
          <p:cNvSpPr>
            <a:spLocks noGrp="1"/>
          </p:cNvSpPr>
          <p:nvPr>
            <p:ph type="pic" idx="4"/>
          </p:nvPr>
        </p:nvSpPr>
        <p:spPr>
          <a:xfrm>
            <a:off x="3588150" y="2027104"/>
            <a:ext cx="1967700" cy="13116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tatement - Alt 2">
  <p:cSld name="CUSTOM_2_1_1_1">
    <p:bg>
      <p:bgPr>
        <a:solidFill>
          <a:schemeClr val="accent1"/>
        </a:solidFill>
        <a:effectLst/>
      </p:bgPr>
    </p:bg>
    <p:spTree>
      <p:nvGrpSpPr>
        <p:cNvPr id="1" name="Shape 275"/>
        <p:cNvGrpSpPr/>
        <p:nvPr/>
      </p:nvGrpSpPr>
      <p:grpSpPr>
        <a:xfrm>
          <a:off x="0" y="0"/>
          <a:ext cx="0" cy="0"/>
          <a:chOff x="0" y="0"/>
          <a:chExt cx="0" cy="0"/>
        </a:xfrm>
      </p:grpSpPr>
      <p:pic>
        <p:nvPicPr>
          <p:cNvPr id="276" name="Google Shape;276;p37" descr="A modern glass skyscraper. "/>
          <p:cNvPicPr preferRelativeResize="0"/>
          <p:nvPr/>
        </p:nvPicPr>
        <p:blipFill rotWithShape="1">
          <a:blip r:embed="rId2">
            <a:alphaModFix amt="14000"/>
          </a:blip>
          <a:srcRect b="15604"/>
          <a:stretch/>
        </p:blipFill>
        <p:spPr>
          <a:xfrm>
            <a:off x="0" y="-8150"/>
            <a:ext cx="9144003" cy="5143501"/>
          </a:xfrm>
          <a:prstGeom prst="rect">
            <a:avLst/>
          </a:prstGeom>
          <a:noFill/>
          <a:ln>
            <a:noFill/>
          </a:ln>
        </p:spPr>
      </p:pic>
      <p:sp>
        <p:nvSpPr>
          <p:cNvPr id="277" name="Google Shape;277;p37"/>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278" name="Google Shape;278;p37"/>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9" name="Google Shape;279;p37"/>
          <p:cNvSpPr txBox="1">
            <a:spLocks noGrp="1"/>
          </p:cNvSpPr>
          <p:nvPr>
            <p:ph type="subTitle" idx="2"/>
          </p:nvPr>
        </p:nvSpPr>
        <p:spPr>
          <a:xfrm>
            <a:off x="2490450" y="732775"/>
            <a:ext cx="4163100" cy="138600"/>
          </a:xfrm>
          <a:prstGeom prst="rect">
            <a:avLst/>
          </a:prstGeom>
        </p:spPr>
        <p:txBody>
          <a:bodyPr spcFirstLastPara="1" wrap="square" lIns="0" tIns="0" rIns="0" bIns="0" anchor="b" anchorCtr="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a:endParaRPr/>
          </a:p>
        </p:txBody>
      </p:sp>
      <p:sp>
        <p:nvSpPr>
          <p:cNvPr id="280" name="Google Shape;280;p37"/>
          <p:cNvSpPr txBox="1">
            <a:spLocks noGrp="1"/>
          </p:cNvSpPr>
          <p:nvPr>
            <p:ph type="title"/>
          </p:nvPr>
        </p:nvSpPr>
        <p:spPr>
          <a:xfrm>
            <a:off x="1128900" y="1430400"/>
            <a:ext cx="6886200" cy="2282700"/>
          </a:xfrm>
          <a:prstGeom prst="rect">
            <a:avLst/>
          </a:prstGeom>
        </p:spPr>
        <p:txBody>
          <a:bodyPr spcFirstLastPara="1" wrap="square" lIns="0" tIns="0" rIns="0" bIns="0" anchor="ctr" anchorCtr="0">
            <a:noAutofit/>
          </a:bodyPr>
          <a:lstStyle>
            <a:lvl1pPr lvl="0" algn="ctr">
              <a:spcBef>
                <a:spcPts val="0"/>
              </a:spcBef>
              <a:spcAft>
                <a:spcPts val="0"/>
              </a:spcAft>
              <a:buNone/>
              <a:defRPr sz="2800"/>
            </a:lvl1pPr>
            <a:lvl2pPr lvl="1" algn="ctr">
              <a:lnSpc>
                <a:spcPct val="115000"/>
              </a:lnSpc>
              <a:spcBef>
                <a:spcPts val="0"/>
              </a:spcBef>
              <a:spcAft>
                <a:spcPts val="0"/>
              </a:spcAft>
              <a:buNone/>
              <a:defRPr/>
            </a:lvl2pPr>
            <a:lvl3pPr lvl="2" algn="ctr">
              <a:lnSpc>
                <a:spcPct val="115000"/>
              </a:lnSpc>
              <a:spcBef>
                <a:spcPts val="0"/>
              </a:spcBef>
              <a:spcAft>
                <a:spcPts val="0"/>
              </a:spcAft>
              <a:buNone/>
              <a:defRPr/>
            </a:lvl3pPr>
            <a:lvl4pPr lvl="3" algn="ctr">
              <a:lnSpc>
                <a:spcPct val="115000"/>
              </a:lnSpc>
              <a:spcBef>
                <a:spcPts val="0"/>
              </a:spcBef>
              <a:spcAft>
                <a:spcPts val="0"/>
              </a:spcAft>
              <a:buNone/>
              <a:defRPr/>
            </a:lvl4pPr>
            <a:lvl5pPr lvl="4" algn="ctr">
              <a:lnSpc>
                <a:spcPct val="115000"/>
              </a:lnSpc>
              <a:spcBef>
                <a:spcPts val="0"/>
              </a:spcBef>
              <a:spcAft>
                <a:spcPts val="0"/>
              </a:spcAft>
              <a:buNone/>
              <a:defRPr/>
            </a:lvl5pPr>
            <a:lvl6pPr lvl="5" algn="ctr">
              <a:lnSpc>
                <a:spcPct val="115000"/>
              </a:lnSpc>
              <a:spcBef>
                <a:spcPts val="0"/>
              </a:spcBef>
              <a:spcAft>
                <a:spcPts val="0"/>
              </a:spcAft>
              <a:buNone/>
              <a:defRPr/>
            </a:lvl6pPr>
            <a:lvl7pPr lvl="6" algn="ctr">
              <a:lnSpc>
                <a:spcPct val="115000"/>
              </a:lnSpc>
              <a:spcBef>
                <a:spcPts val="0"/>
              </a:spcBef>
              <a:spcAft>
                <a:spcPts val="0"/>
              </a:spcAft>
              <a:buNone/>
              <a:defRPr/>
            </a:lvl7pPr>
            <a:lvl8pPr lvl="7" algn="ctr">
              <a:lnSpc>
                <a:spcPct val="115000"/>
              </a:lnSpc>
              <a:spcBef>
                <a:spcPts val="0"/>
              </a:spcBef>
              <a:spcAft>
                <a:spcPts val="0"/>
              </a:spcAft>
              <a:buNone/>
              <a:defRPr/>
            </a:lvl8pPr>
            <a:lvl9pPr lvl="8" algn="ctr">
              <a:lnSpc>
                <a:spcPct val="115000"/>
              </a:lnSpc>
              <a:spcBef>
                <a:spcPts val="0"/>
              </a:spcBef>
              <a:spcAft>
                <a:spcPts val="0"/>
              </a:spcAft>
              <a:buNone/>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ontent overview - Six modules">
  <p:cSld name="CUSTOM_3">
    <p:bg>
      <p:bgPr>
        <a:solidFill>
          <a:schemeClr val="lt1"/>
        </a:solidFill>
        <a:effectLst/>
      </p:bgPr>
    </p:bg>
    <p:spTree>
      <p:nvGrpSpPr>
        <p:cNvPr id="1" name="Shape 281"/>
        <p:cNvGrpSpPr/>
        <p:nvPr/>
      </p:nvGrpSpPr>
      <p:grpSpPr>
        <a:xfrm>
          <a:off x="0" y="0"/>
          <a:ext cx="0" cy="0"/>
          <a:chOff x="0" y="0"/>
          <a:chExt cx="0" cy="0"/>
        </a:xfrm>
      </p:grpSpPr>
      <p:cxnSp>
        <p:nvCxnSpPr>
          <p:cNvPr id="282" name="Google Shape;282;p38"/>
          <p:cNvCxnSpPr/>
          <p:nvPr/>
        </p:nvCxnSpPr>
        <p:spPr>
          <a:xfrm>
            <a:off x="6096087" y="1794800"/>
            <a:ext cx="0" cy="2755200"/>
          </a:xfrm>
          <a:prstGeom prst="straightConnector1">
            <a:avLst/>
          </a:prstGeom>
          <a:noFill/>
          <a:ln w="19050" cap="flat" cmpd="sng">
            <a:solidFill>
              <a:schemeClr val="lt1"/>
            </a:solidFill>
            <a:prstDash val="solid"/>
            <a:round/>
            <a:headEnd type="none" w="med" len="med"/>
            <a:tailEnd type="none" w="med" len="med"/>
          </a:ln>
        </p:spPr>
      </p:cxnSp>
      <p:cxnSp>
        <p:nvCxnSpPr>
          <p:cNvPr id="283" name="Google Shape;283;p38"/>
          <p:cNvCxnSpPr/>
          <p:nvPr/>
        </p:nvCxnSpPr>
        <p:spPr>
          <a:xfrm>
            <a:off x="3048087" y="1794800"/>
            <a:ext cx="0" cy="2755200"/>
          </a:xfrm>
          <a:prstGeom prst="straightConnector1">
            <a:avLst/>
          </a:prstGeom>
          <a:noFill/>
          <a:ln w="19050" cap="flat" cmpd="sng">
            <a:solidFill>
              <a:schemeClr val="lt1"/>
            </a:solidFill>
            <a:prstDash val="solid"/>
            <a:round/>
            <a:headEnd type="none" w="med" len="med"/>
            <a:tailEnd type="none" w="med" len="med"/>
          </a:ln>
        </p:spPr>
      </p:cxnSp>
      <p:cxnSp>
        <p:nvCxnSpPr>
          <p:cNvPr id="284" name="Google Shape;284;p38"/>
          <p:cNvCxnSpPr/>
          <p:nvPr/>
        </p:nvCxnSpPr>
        <p:spPr>
          <a:xfrm>
            <a:off x="50" y="3174279"/>
            <a:ext cx="9144000" cy="0"/>
          </a:xfrm>
          <a:prstGeom prst="straightConnector1">
            <a:avLst/>
          </a:prstGeom>
          <a:noFill/>
          <a:ln w="19050" cap="flat" cmpd="sng">
            <a:solidFill>
              <a:schemeClr val="lt1"/>
            </a:solidFill>
            <a:prstDash val="solid"/>
            <a:round/>
            <a:headEnd type="none" w="med" len="med"/>
            <a:tailEnd type="none" w="med" len="med"/>
          </a:ln>
        </p:spPr>
      </p:cxnSp>
      <p:sp>
        <p:nvSpPr>
          <p:cNvPr id="285" name="Google Shape;285;p38"/>
          <p:cNvSpPr txBox="1">
            <a:spLocks noGrp="1"/>
          </p:cNvSpPr>
          <p:nvPr>
            <p:ph type="subTitle" idx="1"/>
          </p:nvPr>
        </p:nvSpPr>
        <p:spPr>
          <a:xfrm>
            <a:off x="363200" y="2516650"/>
            <a:ext cx="2321700" cy="1878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a:endParaRPr/>
          </a:p>
        </p:txBody>
      </p:sp>
      <p:sp>
        <p:nvSpPr>
          <p:cNvPr id="286" name="Google Shape;286;p38"/>
          <p:cNvSpPr txBox="1">
            <a:spLocks noGrp="1"/>
          </p:cNvSpPr>
          <p:nvPr>
            <p:ph type="subTitle" idx="2"/>
          </p:nvPr>
        </p:nvSpPr>
        <p:spPr>
          <a:xfrm>
            <a:off x="361975" y="2227250"/>
            <a:ext cx="2321700" cy="219600"/>
          </a:xfrm>
          <a:prstGeom prst="rect">
            <a:avLst/>
          </a:prstGeom>
        </p:spPr>
        <p:txBody>
          <a:bodyPr spcFirstLastPara="1" wrap="square" lIns="0" tIns="0" rIns="0" bIns="0" anchor="ctr" anchorCtr="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a:endParaRPr/>
          </a:p>
        </p:txBody>
      </p:sp>
      <p:sp>
        <p:nvSpPr>
          <p:cNvPr id="287" name="Google Shape;287;p38"/>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288" name="Google Shape;288;p38"/>
          <p:cNvSpPr txBox="1">
            <a:spLocks noGrp="1"/>
          </p:cNvSpPr>
          <p:nvPr>
            <p:ph type="subTitle" idx="3"/>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89" name="Google Shape;289;p38"/>
          <p:cNvSpPr txBox="1">
            <a:spLocks noGrp="1"/>
          </p:cNvSpPr>
          <p:nvPr>
            <p:ph type="title"/>
          </p:nvPr>
        </p:nvSpPr>
        <p:spPr>
          <a:xfrm>
            <a:off x="361975" y="962092"/>
            <a:ext cx="57186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a:endParaRPr/>
          </a:p>
        </p:txBody>
      </p:sp>
      <p:sp>
        <p:nvSpPr>
          <p:cNvPr id="290" name="Google Shape;290;p38"/>
          <p:cNvSpPr txBox="1">
            <a:spLocks noGrp="1"/>
          </p:cNvSpPr>
          <p:nvPr>
            <p:ph type="subTitle" idx="4"/>
          </p:nvPr>
        </p:nvSpPr>
        <p:spPr>
          <a:xfrm>
            <a:off x="3411825" y="2516650"/>
            <a:ext cx="2321700" cy="1878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a:endParaRPr/>
          </a:p>
        </p:txBody>
      </p:sp>
      <p:sp>
        <p:nvSpPr>
          <p:cNvPr id="291" name="Google Shape;291;p38"/>
          <p:cNvSpPr txBox="1">
            <a:spLocks noGrp="1"/>
          </p:cNvSpPr>
          <p:nvPr>
            <p:ph type="subTitle" idx="5"/>
          </p:nvPr>
        </p:nvSpPr>
        <p:spPr>
          <a:xfrm>
            <a:off x="3410600" y="2227250"/>
            <a:ext cx="2321700" cy="219600"/>
          </a:xfrm>
          <a:prstGeom prst="rect">
            <a:avLst/>
          </a:prstGeom>
        </p:spPr>
        <p:txBody>
          <a:bodyPr spcFirstLastPara="1" wrap="square" lIns="0" tIns="0" rIns="0" bIns="0" anchor="ctr" anchorCtr="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a:endParaRPr/>
          </a:p>
        </p:txBody>
      </p:sp>
      <p:sp>
        <p:nvSpPr>
          <p:cNvPr id="292" name="Google Shape;292;p38"/>
          <p:cNvSpPr txBox="1">
            <a:spLocks noGrp="1"/>
          </p:cNvSpPr>
          <p:nvPr>
            <p:ph type="subTitle" idx="6"/>
          </p:nvPr>
        </p:nvSpPr>
        <p:spPr>
          <a:xfrm>
            <a:off x="6460475" y="2516650"/>
            <a:ext cx="2321700" cy="1878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a:endParaRPr/>
          </a:p>
        </p:txBody>
      </p:sp>
      <p:sp>
        <p:nvSpPr>
          <p:cNvPr id="293" name="Google Shape;293;p38"/>
          <p:cNvSpPr txBox="1">
            <a:spLocks noGrp="1"/>
          </p:cNvSpPr>
          <p:nvPr>
            <p:ph type="subTitle" idx="7"/>
          </p:nvPr>
        </p:nvSpPr>
        <p:spPr>
          <a:xfrm>
            <a:off x="6459250" y="2227250"/>
            <a:ext cx="2321700" cy="219600"/>
          </a:xfrm>
          <a:prstGeom prst="rect">
            <a:avLst/>
          </a:prstGeom>
        </p:spPr>
        <p:txBody>
          <a:bodyPr spcFirstLastPara="1" wrap="square" lIns="0" tIns="0" rIns="0" bIns="0" anchor="ctr" anchorCtr="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a:endParaRPr/>
          </a:p>
        </p:txBody>
      </p:sp>
      <p:sp>
        <p:nvSpPr>
          <p:cNvPr id="294" name="Google Shape;294;p38"/>
          <p:cNvSpPr txBox="1">
            <a:spLocks noGrp="1"/>
          </p:cNvSpPr>
          <p:nvPr>
            <p:ph type="subTitle" idx="8"/>
          </p:nvPr>
        </p:nvSpPr>
        <p:spPr>
          <a:xfrm>
            <a:off x="363200" y="3864775"/>
            <a:ext cx="2321700" cy="1878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a:endParaRPr/>
          </a:p>
        </p:txBody>
      </p:sp>
      <p:sp>
        <p:nvSpPr>
          <p:cNvPr id="295" name="Google Shape;295;p38"/>
          <p:cNvSpPr txBox="1">
            <a:spLocks noGrp="1"/>
          </p:cNvSpPr>
          <p:nvPr>
            <p:ph type="subTitle" idx="9"/>
          </p:nvPr>
        </p:nvSpPr>
        <p:spPr>
          <a:xfrm>
            <a:off x="361975" y="3575375"/>
            <a:ext cx="2321700" cy="219600"/>
          </a:xfrm>
          <a:prstGeom prst="rect">
            <a:avLst/>
          </a:prstGeom>
        </p:spPr>
        <p:txBody>
          <a:bodyPr spcFirstLastPara="1" wrap="square" lIns="0" tIns="0" rIns="0" bIns="0" anchor="ctr" anchorCtr="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a:endParaRPr/>
          </a:p>
        </p:txBody>
      </p:sp>
      <p:sp>
        <p:nvSpPr>
          <p:cNvPr id="296" name="Google Shape;296;p38"/>
          <p:cNvSpPr txBox="1">
            <a:spLocks noGrp="1"/>
          </p:cNvSpPr>
          <p:nvPr>
            <p:ph type="subTitle" idx="13"/>
          </p:nvPr>
        </p:nvSpPr>
        <p:spPr>
          <a:xfrm>
            <a:off x="3411825" y="3864775"/>
            <a:ext cx="2321700" cy="1878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a:endParaRPr/>
          </a:p>
        </p:txBody>
      </p:sp>
      <p:sp>
        <p:nvSpPr>
          <p:cNvPr id="297" name="Google Shape;297;p38"/>
          <p:cNvSpPr txBox="1">
            <a:spLocks noGrp="1"/>
          </p:cNvSpPr>
          <p:nvPr>
            <p:ph type="subTitle" idx="14"/>
          </p:nvPr>
        </p:nvSpPr>
        <p:spPr>
          <a:xfrm>
            <a:off x="3410600" y="3575375"/>
            <a:ext cx="2321700" cy="219600"/>
          </a:xfrm>
          <a:prstGeom prst="rect">
            <a:avLst/>
          </a:prstGeom>
        </p:spPr>
        <p:txBody>
          <a:bodyPr spcFirstLastPara="1" wrap="square" lIns="0" tIns="0" rIns="0" bIns="0" anchor="ctr" anchorCtr="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a:endParaRPr/>
          </a:p>
        </p:txBody>
      </p:sp>
      <p:sp>
        <p:nvSpPr>
          <p:cNvPr id="298" name="Google Shape;298;p38"/>
          <p:cNvSpPr txBox="1">
            <a:spLocks noGrp="1"/>
          </p:cNvSpPr>
          <p:nvPr>
            <p:ph type="subTitle" idx="15"/>
          </p:nvPr>
        </p:nvSpPr>
        <p:spPr>
          <a:xfrm>
            <a:off x="6460475" y="3864775"/>
            <a:ext cx="2321700" cy="1878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a:endParaRPr/>
          </a:p>
        </p:txBody>
      </p:sp>
      <p:sp>
        <p:nvSpPr>
          <p:cNvPr id="299" name="Google Shape;299;p38"/>
          <p:cNvSpPr txBox="1">
            <a:spLocks noGrp="1"/>
          </p:cNvSpPr>
          <p:nvPr>
            <p:ph type="subTitle" idx="16"/>
          </p:nvPr>
        </p:nvSpPr>
        <p:spPr>
          <a:xfrm>
            <a:off x="6459250" y="3575375"/>
            <a:ext cx="2321700" cy="219600"/>
          </a:xfrm>
          <a:prstGeom prst="rect">
            <a:avLst/>
          </a:prstGeom>
        </p:spPr>
        <p:txBody>
          <a:bodyPr spcFirstLastPara="1" wrap="square" lIns="0" tIns="0" rIns="0" bIns="0" anchor="ctr" anchorCtr="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Audience - Alt 1">
  <p:cSld name="CUSTOM_4">
    <p:spTree>
      <p:nvGrpSpPr>
        <p:cNvPr id="1" name="Shape 300"/>
        <p:cNvGrpSpPr/>
        <p:nvPr/>
      </p:nvGrpSpPr>
      <p:grpSpPr>
        <a:xfrm>
          <a:off x="0" y="0"/>
          <a:ext cx="0" cy="0"/>
          <a:chOff x="0" y="0"/>
          <a:chExt cx="0" cy="0"/>
        </a:xfrm>
      </p:grpSpPr>
      <p:sp>
        <p:nvSpPr>
          <p:cNvPr id="301" name="Google Shape;301;p39"/>
          <p:cNvSpPr txBox="1">
            <a:spLocks noGrp="1"/>
          </p:cNvSpPr>
          <p:nvPr>
            <p:ph type="subTitle" idx="1"/>
          </p:nvPr>
        </p:nvSpPr>
        <p:spPr>
          <a:xfrm>
            <a:off x="742900" y="2158550"/>
            <a:ext cx="3213000" cy="138600"/>
          </a:xfrm>
          <a:prstGeom prst="rect">
            <a:avLst/>
          </a:prstGeom>
        </p:spPr>
        <p:txBody>
          <a:bodyPr spcFirstLastPara="1" wrap="square" lIns="0" tIns="0" rIns="0" bIns="0" anchor="t" anchorCtr="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a:endParaRPr/>
          </a:p>
        </p:txBody>
      </p:sp>
      <p:sp>
        <p:nvSpPr>
          <p:cNvPr id="302" name="Google Shape;302;p39"/>
          <p:cNvSpPr txBox="1">
            <a:spLocks noGrp="1"/>
          </p:cNvSpPr>
          <p:nvPr>
            <p:ph type="body" idx="2"/>
          </p:nvPr>
        </p:nvSpPr>
        <p:spPr>
          <a:xfrm>
            <a:off x="742900" y="2381875"/>
            <a:ext cx="3213000" cy="461700"/>
          </a:xfrm>
          <a:prstGeom prst="rect">
            <a:avLst/>
          </a:prstGeom>
          <a:noFill/>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marL="914400" lvl="1"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marL="1371600" lvl="2"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marL="1828800" lvl="3"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marL="2286000" lvl="4"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marL="2743200" lvl="5"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marL="3200400" lvl="6"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marL="3657600" lvl="7"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marL="4114800" lvl="8"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a:endParaRPr/>
          </a:p>
        </p:txBody>
      </p:sp>
      <p:sp>
        <p:nvSpPr>
          <p:cNvPr id="303" name="Google Shape;303;p39"/>
          <p:cNvSpPr>
            <a:spLocks noGrp="1"/>
          </p:cNvSpPr>
          <p:nvPr>
            <p:ph type="pic" idx="3"/>
          </p:nvPr>
        </p:nvSpPr>
        <p:spPr>
          <a:xfrm>
            <a:off x="5402575" y="0"/>
            <a:ext cx="3739800" cy="3129600"/>
          </a:xfrm>
          <a:prstGeom prst="rect">
            <a:avLst/>
          </a:prstGeom>
          <a:noFill/>
          <a:ln w="9525" cap="flat" cmpd="sng">
            <a:solidFill>
              <a:schemeClr val="accent6"/>
            </a:solidFill>
            <a:prstDash val="solid"/>
            <a:round/>
            <a:headEnd type="none" w="sm" len="sm"/>
            <a:tailEnd type="none" w="sm" len="sm"/>
          </a:ln>
        </p:spPr>
      </p:sp>
      <p:sp>
        <p:nvSpPr>
          <p:cNvPr id="304" name="Google Shape;304;p39"/>
          <p:cNvSpPr txBox="1">
            <a:spLocks noGrp="1"/>
          </p:cNvSpPr>
          <p:nvPr>
            <p:ph type="title"/>
          </p:nvPr>
        </p:nvSpPr>
        <p:spPr>
          <a:xfrm>
            <a:off x="361975" y="988550"/>
            <a:ext cx="42972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a:endParaRPr/>
          </a:p>
        </p:txBody>
      </p:sp>
      <p:sp>
        <p:nvSpPr>
          <p:cNvPr id="305" name="Google Shape;305;p39"/>
          <p:cNvSpPr txBox="1">
            <a:spLocks noGrp="1"/>
          </p:cNvSpPr>
          <p:nvPr>
            <p:ph type="subTitle" idx="4"/>
          </p:nvPr>
        </p:nvSpPr>
        <p:spPr>
          <a:xfrm>
            <a:off x="361975" y="732775"/>
            <a:ext cx="4163100" cy="138600"/>
          </a:xfrm>
          <a:prstGeom prst="rect">
            <a:avLst/>
          </a:prstGeom>
        </p:spPr>
        <p:txBody>
          <a:bodyPr spcFirstLastPara="1" wrap="square" lIns="0" tIns="0" rIns="0" bIns="0" anchor="b" anchorCtr="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6" name="Google Shape;306;p39"/>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307" name="Google Shape;307;p39"/>
          <p:cNvSpPr txBox="1">
            <a:spLocks noGrp="1"/>
          </p:cNvSpPr>
          <p:nvPr>
            <p:ph type="subTitle" idx="5"/>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39"/>
          <p:cNvSpPr txBox="1">
            <a:spLocks noGrp="1"/>
          </p:cNvSpPr>
          <p:nvPr>
            <p:ph type="subTitle" idx="6"/>
          </p:nvPr>
        </p:nvSpPr>
        <p:spPr>
          <a:xfrm>
            <a:off x="5785175" y="3335324"/>
            <a:ext cx="2991600" cy="277200"/>
          </a:xfrm>
          <a:prstGeom prst="rect">
            <a:avLst/>
          </a:prstGeom>
        </p:spPr>
        <p:txBody>
          <a:bodyPr spcFirstLastPara="1" wrap="square" lIns="0" tIns="0" rIns="0" bIns="0" anchor="t" anchorCtr="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09" name="Google Shape;309;p39"/>
          <p:cNvSpPr txBox="1">
            <a:spLocks noGrp="1"/>
          </p:cNvSpPr>
          <p:nvPr>
            <p:ph type="subTitle" idx="7"/>
          </p:nvPr>
        </p:nvSpPr>
        <p:spPr>
          <a:xfrm>
            <a:off x="742900" y="3910855"/>
            <a:ext cx="3213000" cy="138600"/>
          </a:xfrm>
          <a:prstGeom prst="rect">
            <a:avLst/>
          </a:prstGeom>
          <a:noFill/>
        </p:spPr>
        <p:txBody>
          <a:bodyPr spcFirstLastPara="1" wrap="square" lIns="0" tIns="0" rIns="0" bIns="0" anchor="t" anchorCtr="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a:endParaRPr/>
          </a:p>
        </p:txBody>
      </p:sp>
      <p:sp>
        <p:nvSpPr>
          <p:cNvPr id="310" name="Google Shape;310;p39"/>
          <p:cNvSpPr txBox="1">
            <a:spLocks noGrp="1"/>
          </p:cNvSpPr>
          <p:nvPr>
            <p:ph type="body" idx="8"/>
          </p:nvPr>
        </p:nvSpPr>
        <p:spPr>
          <a:xfrm>
            <a:off x="742900" y="4134180"/>
            <a:ext cx="3213000" cy="4617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marL="914400" lvl="1"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marL="1371600" lvl="2"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marL="1828800" lvl="3"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marL="2286000" lvl="4"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marL="2743200" lvl="5"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marL="3200400" lvl="6"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marL="3657600" lvl="7"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marL="4114800" lvl="8"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a:endParaRPr/>
          </a:p>
        </p:txBody>
      </p:sp>
      <p:sp>
        <p:nvSpPr>
          <p:cNvPr id="311" name="Google Shape;311;p39"/>
          <p:cNvSpPr txBox="1">
            <a:spLocks noGrp="1"/>
          </p:cNvSpPr>
          <p:nvPr>
            <p:ph type="subTitle" idx="9"/>
          </p:nvPr>
        </p:nvSpPr>
        <p:spPr>
          <a:xfrm>
            <a:off x="742900" y="3050778"/>
            <a:ext cx="3213000" cy="138600"/>
          </a:xfrm>
          <a:prstGeom prst="rect">
            <a:avLst/>
          </a:prstGeom>
          <a:noFill/>
        </p:spPr>
        <p:txBody>
          <a:bodyPr spcFirstLastPara="1" wrap="square" lIns="0" tIns="0" rIns="0" bIns="0" anchor="t" anchorCtr="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a:endParaRPr/>
          </a:p>
        </p:txBody>
      </p:sp>
      <p:sp>
        <p:nvSpPr>
          <p:cNvPr id="312" name="Google Shape;312;p39"/>
          <p:cNvSpPr txBox="1">
            <a:spLocks noGrp="1"/>
          </p:cNvSpPr>
          <p:nvPr>
            <p:ph type="body" idx="13"/>
          </p:nvPr>
        </p:nvSpPr>
        <p:spPr>
          <a:xfrm>
            <a:off x="742900" y="3274103"/>
            <a:ext cx="3213000" cy="461700"/>
          </a:xfrm>
          <a:prstGeom prst="rect">
            <a:avLst/>
          </a:prstGeom>
          <a:noFill/>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marL="914400" lvl="1"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marL="1371600" lvl="2"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marL="1828800" lvl="3"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marL="2286000" lvl="4"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marL="2743200" lvl="5"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marL="3200400" lvl="6"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marL="3657600" lvl="7"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marL="4114800" lvl="8"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a:endParaRPr/>
          </a:p>
        </p:txBody>
      </p:sp>
      <p:sp>
        <p:nvSpPr>
          <p:cNvPr id="313" name="Google Shape;313;p39"/>
          <p:cNvSpPr txBox="1">
            <a:spLocks noGrp="1"/>
          </p:cNvSpPr>
          <p:nvPr>
            <p:ph type="body" idx="14"/>
          </p:nvPr>
        </p:nvSpPr>
        <p:spPr>
          <a:xfrm>
            <a:off x="5785175" y="4134175"/>
            <a:ext cx="2991600" cy="461700"/>
          </a:xfrm>
          <a:prstGeom prst="rect">
            <a:avLst/>
          </a:prstGeom>
        </p:spPr>
        <p:txBody>
          <a:bodyPr spcFirstLastPara="1" wrap="square" lIns="0" tIns="0" rIns="0" bIns="0" anchor="b" anchorCtr="0">
            <a:noAutofit/>
          </a:bodyPr>
          <a:lstStyle>
            <a:lvl1pPr marL="457200" lvl="0" indent="-292100">
              <a:spcBef>
                <a:spcPts val="0"/>
              </a:spcBef>
              <a:spcAft>
                <a:spcPts val="0"/>
              </a:spcAft>
              <a:buSzPts val="1000"/>
              <a:buFont typeface="DM Sans Light"/>
              <a:buChar char="●"/>
              <a:defRPr sz="1000">
                <a:latin typeface="DM Sans Light"/>
                <a:ea typeface="DM Sans Light"/>
                <a:cs typeface="DM Sans Light"/>
                <a:sym typeface="DM Sans Light"/>
              </a:defRPr>
            </a:lvl1pPr>
            <a:lvl2pPr marL="914400" lvl="1" indent="-292100">
              <a:spcBef>
                <a:spcPts val="800"/>
              </a:spcBef>
              <a:spcAft>
                <a:spcPts val="0"/>
              </a:spcAft>
              <a:buSzPts val="1000"/>
              <a:buFont typeface="DM Sans Light"/>
              <a:buChar char="○"/>
              <a:defRPr sz="1000">
                <a:latin typeface="DM Sans Light"/>
                <a:ea typeface="DM Sans Light"/>
                <a:cs typeface="DM Sans Light"/>
                <a:sym typeface="DM Sans Light"/>
              </a:defRPr>
            </a:lvl2pPr>
            <a:lvl3pPr marL="1371600" lvl="2" indent="-292100">
              <a:spcBef>
                <a:spcPts val="800"/>
              </a:spcBef>
              <a:spcAft>
                <a:spcPts val="0"/>
              </a:spcAft>
              <a:buSzPts val="1000"/>
              <a:buFont typeface="DM Sans Light"/>
              <a:buChar char="■"/>
              <a:defRPr sz="1000">
                <a:latin typeface="DM Sans Light"/>
                <a:ea typeface="DM Sans Light"/>
                <a:cs typeface="DM Sans Light"/>
                <a:sym typeface="DM Sans Light"/>
              </a:defRPr>
            </a:lvl3pPr>
            <a:lvl4pPr marL="1828800" lvl="3" indent="-292100">
              <a:spcBef>
                <a:spcPts val="800"/>
              </a:spcBef>
              <a:spcAft>
                <a:spcPts val="0"/>
              </a:spcAft>
              <a:buSzPts val="1000"/>
              <a:buFont typeface="DM Sans Light"/>
              <a:buChar char="●"/>
              <a:defRPr sz="1000">
                <a:latin typeface="DM Sans Light"/>
                <a:ea typeface="DM Sans Light"/>
                <a:cs typeface="DM Sans Light"/>
                <a:sym typeface="DM Sans Light"/>
              </a:defRPr>
            </a:lvl4pPr>
            <a:lvl5pPr marL="2286000" lvl="4" indent="-292100">
              <a:spcBef>
                <a:spcPts val="800"/>
              </a:spcBef>
              <a:spcAft>
                <a:spcPts val="0"/>
              </a:spcAft>
              <a:buSzPts val="1000"/>
              <a:buFont typeface="DM Sans Light"/>
              <a:buChar char="○"/>
              <a:defRPr sz="1000">
                <a:latin typeface="DM Sans Light"/>
                <a:ea typeface="DM Sans Light"/>
                <a:cs typeface="DM Sans Light"/>
                <a:sym typeface="DM Sans Light"/>
              </a:defRPr>
            </a:lvl5pPr>
            <a:lvl6pPr marL="2743200" lvl="5" indent="-292100">
              <a:spcBef>
                <a:spcPts val="800"/>
              </a:spcBef>
              <a:spcAft>
                <a:spcPts val="0"/>
              </a:spcAft>
              <a:buSzPts val="1000"/>
              <a:buFont typeface="DM Sans Light"/>
              <a:buChar char="■"/>
              <a:defRPr sz="1000">
                <a:latin typeface="DM Sans Light"/>
                <a:ea typeface="DM Sans Light"/>
                <a:cs typeface="DM Sans Light"/>
                <a:sym typeface="DM Sans Light"/>
              </a:defRPr>
            </a:lvl6pPr>
            <a:lvl7pPr marL="3200400" lvl="6" indent="-292100">
              <a:spcBef>
                <a:spcPts val="800"/>
              </a:spcBef>
              <a:spcAft>
                <a:spcPts val="0"/>
              </a:spcAft>
              <a:buSzPts val="1000"/>
              <a:buFont typeface="DM Sans Light"/>
              <a:buChar char="●"/>
              <a:defRPr sz="1000">
                <a:latin typeface="DM Sans Light"/>
                <a:ea typeface="DM Sans Light"/>
                <a:cs typeface="DM Sans Light"/>
                <a:sym typeface="DM Sans Light"/>
              </a:defRPr>
            </a:lvl7pPr>
            <a:lvl8pPr marL="3657600" lvl="7" indent="-292100">
              <a:spcBef>
                <a:spcPts val="800"/>
              </a:spcBef>
              <a:spcAft>
                <a:spcPts val="0"/>
              </a:spcAft>
              <a:buSzPts val="1000"/>
              <a:buFont typeface="DM Sans Light"/>
              <a:buChar char="○"/>
              <a:defRPr sz="1000">
                <a:latin typeface="DM Sans Light"/>
                <a:ea typeface="DM Sans Light"/>
                <a:cs typeface="DM Sans Light"/>
                <a:sym typeface="DM Sans Light"/>
              </a:defRPr>
            </a:lvl8pPr>
            <a:lvl9pPr marL="4114800" lvl="8" indent="-292100">
              <a:spcBef>
                <a:spcPts val="800"/>
              </a:spcBef>
              <a:spcAft>
                <a:spcPts val="800"/>
              </a:spcAft>
              <a:buSzPts val="1000"/>
              <a:buFont typeface="DM Sans Light"/>
              <a:buChar char="■"/>
              <a:defRPr sz="1000">
                <a:latin typeface="DM Sans Light"/>
                <a:ea typeface="DM Sans Light"/>
                <a:cs typeface="DM Sans Light"/>
                <a:sym typeface="DM Sans Light"/>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Audience - Alt 2">
  <p:cSld name="CUSTOM_4_1">
    <p:spTree>
      <p:nvGrpSpPr>
        <p:cNvPr id="1" name="Shape 314"/>
        <p:cNvGrpSpPr/>
        <p:nvPr/>
      </p:nvGrpSpPr>
      <p:grpSpPr>
        <a:xfrm>
          <a:off x="0" y="0"/>
          <a:ext cx="0" cy="0"/>
          <a:chOff x="0" y="0"/>
          <a:chExt cx="0" cy="0"/>
        </a:xfrm>
      </p:grpSpPr>
      <p:sp>
        <p:nvSpPr>
          <p:cNvPr id="315" name="Google Shape;315;p40"/>
          <p:cNvSpPr>
            <a:spLocks noGrp="1"/>
          </p:cNvSpPr>
          <p:nvPr>
            <p:ph type="pic" idx="2"/>
          </p:nvPr>
        </p:nvSpPr>
        <p:spPr>
          <a:xfrm>
            <a:off x="75" y="0"/>
            <a:ext cx="2853300" cy="2436600"/>
          </a:xfrm>
          <a:prstGeom prst="rect">
            <a:avLst/>
          </a:prstGeom>
          <a:noFill/>
          <a:ln>
            <a:noFill/>
          </a:ln>
        </p:spPr>
      </p:sp>
      <p:sp>
        <p:nvSpPr>
          <p:cNvPr id="316" name="Google Shape;316;p40"/>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317" name="Google Shape;317;p40"/>
          <p:cNvSpPr txBox="1">
            <a:spLocks noGrp="1"/>
          </p:cNvSpPr>
          <p:nvPr>
            <p:ph type="subTitle" idx="1"/>
          </p:nvPr>
        </p:nvSpPr>
        <p:spPr>
          <a:xfrm>
            <a:off x="361975" y="2614325"/>
            <a:ext cx="2061600" cy="277200"/>
          </a:xfrm>
          <a:prstGeom prst="rect">
            <a:avLst/>
          </a:prstGeom>
        </p:spPr>
        <p:txBody>
          <a:bodyPr spcFirstLastPara="1" wrap="square" lIns="0" tIns="0" rIns="0" bIns="0" anchor="t" anchorCtr="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eam - Four members">
  <p:cSld name="CUSTOM_5">
    <p:bg>
      <p:bgPr>
        <a:solidFill>
          <a:schemeClr val="lt1"/>
        </a:solidFill>
        <a:effectLst/>
      </p:bgPr>
    </p:bg>
    <p:spTree>
      <p:nvGrpSpPr>
        <p:cNvPr id="1" name="Shape 318"/>
        <p:cNvGrpSpPr/>
        <p:nvPr/>
      </p:nvGrpSpPr>
      <p:grpSpPr>
        <a:xfrm>
          <a:off x="0" y="0"/>
          <a:ext cx="0" cy="0"/>
          <a:chOff x="0" y="0"/>
          <a:chExt cx="0" cy="0"/>
        </a:xfrm>
      </p:grpSpPr>
      <p:sp>
        <p:nvSpPr>
          <p:cNvPr id="319" name="Google Shape;319;p41"/>
          <p:cNvSpPr txBox="1">
            <a:spLocks noGrp="1"/>
          </p:cNvSpPr>
          <p:nvPr>
            <p:ph type="body" idx="1"/>
          </p:nvPr>
        </p:nvSpPr>
        <p:spPr>
          <a:xfrm>
            <a:off x="352800" y="3754932"/>
            <a:ext cx="1588800" cy="688200"/>
          </a:xfrm>
          <a:prstGeom prst="rect">
            <a:avLst/>
          </a:prstGeom>
        </p:spPr>
        <p:txBody>
          <a:bodyPr spcFirstLastPara="1" wrap="square" lIns="0" tIns="0" rIns="0" bIns="0" anchor="t" anchorCtr="0">
            <a:noAutofit/>
          </a:bodyPr>
          <a:lstStyle>
            <a:lvl1pPr marL="457200" lvl="0"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marL="914400" lvl="1"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marL="1371600" lvl="2"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marL="1828800" lvl="3"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marL="2286000" lvl="4"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marL="2743200" lvl="5"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marL="3200400" lvl="6"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marL="3657600" lvl="7"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marL="4114800" lvl="8"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a:endParaRPr/>
          </a:p>
        </p:txBody>
      </p:sp>
      <p:sp>
        <p:nvSpPr>
          <p:cNvPr id="320" name="Google Shape;320;p41"/>
          <p:cNvSpPr txBox="1">
            <a:spLocks noGrp="1"/>
          </p:cNvSpPr>
          <p:nvPr>
            <p:ph type="body" idx="2"/>
          </p:nvPr>
        </p:nvSpPr>
        <p:spPr>
          <a:xfrm>
            <a:off x="7187875" y="3754932"/>
            <a:ext cx="1588800" cy="688200"/>
          </a:xfrm>
          <a:prstGeom prst="rect">
            <a:avLst/>
          </a:prstGeom>
        </p:spPr>
        <p:txBody>
          <a:bodyPr spcFirstLastPara="1" wrap="square" lIns="0" tIns="0" rIns="0" bIns="0" anchor="t" anchorCtr="0">
            <a:noAutofit/>
          </a:bodyPr>
          <a:lstStyle>
            <a:lvl1pPr marL="457200" lvl="0"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marL="914400" lvl="1"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marL="1371600" lvl="2"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marL="1828800" lvl="3"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marL="2286000" lvl="4"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marL="2743200" lvl="5"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marL="3200400" lvl="6"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marL="3657600" lvl="7"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marL="4114800" lvl="8"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a:endParaRPr/>
          </a:p>
        </p:txBody>
      </p:sp>
      <p:sp>
        <p:nvSpPr>
          <p:cNvPr id="321" name="Google Shape;321;p41"/>
          <p:cNvSpPr txBox="1">
            <a:spLocks noGrp="1"/>
          </p:cNvSpPr>
          <p:nvPr>
            <p:ph type="body" idx="3"/>
          </p:nvPr>
        </p:nvSpPr>
        <p:spPr>
          <a:xfrm>
            <a:off x="4924400" y="3754932"/>
            <a:ext cx="1588800" cy="688200"/>
          </a:xfrm>
          <a:prstGeom prst="rect">
            <a:avLst/>
          </a:prstGeom>
        </p:spPr>
        <p:txBody>
          <a:bodyPr spcFirstLastPara="1" wrap="square" lIns="0" tIns="0" rIns="0" bIns="0" anchor="t" anchorCtr="0">
            <a:noAutofit/>
          </a:bodyPr>
          <a:lstStyle>
            <a:lvl1pPr marL="457200" lvl="0"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marL="914400" lvl="1"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marL="1371600" lvl="2"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marL="1828800" lvl="3"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marL="2286000" lvl="4"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marL="2743200" lvl="5"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marL="3200400" lvl="6"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marL="3657600" lvl="7"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marL="4114800" lvl="8"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a:endParaRPr/>
          </a:p>
        </p:txBody>
      </p:sp>
      <p:sp>
        <p:nvSpPr>
          <p:cNvPr id="322" name="Google Shape;322;p41"/>
          <p:cNvSpPr txBox="1">
            <a:spLocks noGrp="1"/>
          </p:cNvSpPr>
          <p:nvPr>
            <p:ph type="body" idx="4"/>
          </p:nvPr>
        </p:nvSpPr>
        <p:spPr>
          <a:xfrm>
            <a:off x="2643063" y="3754932"/>
            <a:ext cx="1588800" cy="688200"/>
          </a:xfrm>
          <a:prstGeom prst="rect">
            <a:avLst/>
          </a:prstGeom>
        </p:spPr>
        <p:txBody>
          <a:bodyPr spcFirstLastPara="1" wrap="square" lIns="0" tIns="0" rIns="0" bIns="0" anchor="t" anchorCtr="0">
            <a:noAutofit/>
          </a:bodyPr>
          <a:lstStyle>
            <a:lvl1pPr marL="457200" lvl="0"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marL="914400" lvl="1"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marL="1371600" lvl="2"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marL="1828800" lvl="3"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marL="2286000" lvl="4"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marL="2743200" lvl="5"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marL="3200400" lvl="6"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marL="3657600" lvl="7"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marL="4114800" lvl="8" indent="-28575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a:endParaRPr/>
          </a:p>
        </p:txBody>
      </p:sp>
      <p:sp>
        <p:nvSpPr>
          <p:cNvPr id="323" name="Google Shape;323;p41"/>
          <p:cNvSpPr>
            <a:spLocks noGrp="1"/>
          </p:cNvSpPr>
          <p:nvPr>
            <p:ph type="pic" idx="5"/>
          </p:nvPr>
        </p:nvSpPr>
        <p:spPr>
          <a:xfrm>
            <a:off x="2941550" y="1923334"/>
            <a:ext cx="991800" cy="991800"/>
          </a:xfrm>
          <a:prstGeom prst="rect">
            <a:avLst/>
          </a:prstGeom>
          <a:noFill/>
          <a:ln>
            <a:noFill/>
          </a:ln>
        </p:spPr>
      </p:sp>
      <p:sp>
        <p:nvSpPr>
          <p:cNvPr id="324" name="Google Shape;324;p41"/>
          <p:cNvSpPr>
            <a:spLocks noGrp="1"/>
          </p:cNvSpPr>
          <p:nvPr>
            <p:ph type="pic" idx="6"/>
          </p:nvPr>
        </p:nvSpPr>
        <p:spPr>
          <a:xfrm>
            <a:off x="5227063" y="1923334"/>
            <a:ext cx="991800" cy="991800"/>
          </a:xfrm>
          <a:prstGeom prst="rect">
            <a:avLst/>
          </a:prstGeom>
          <a:noFill/>
          <a:ln>
            <a:noFill/>
          </a:ln>
        </p:spPr>
      </p:sp>
      <p:sp>
        <p:nvSpPr>
          <p:cNvPr id="325" name="Google Shape;325;p41"/>
          <p:cNvSpPr>
            <a:spLocks noGrp="1"/>
          </p:cNvSpPr>
          <p:nvPr>
            <p:ph type="pic" idx="7"/>
          </p:nvPr>
        </p:nvSpPr>
        <p:spPr>
          <a:xfrm>
            <a:off x="7495263" y="1923334"/>
            <a:ext cx="991800" cy="991800"/>
          </a:xfrm>
          <a:prstGeom prst="rect">
            <a:avLst/>
          </a:prstGeom>
          <a:noFill/>
          <a:ln>
            <a:noFill/>
          </a:ln>
        </p:spPr>
      </p:sp>
      <p:cxnSp>
        <p:nvCxnSpPr>
          <p:cNvPr id="326" name="Google Shape;326;p41"/>
          <p:cNvCxnSpPr/>
          <p:nvPr/>
        </p:nvCxnSpPr>
        <p:spPr>
          <a:xfrm>
            <a:off x="2286125" y="1801500"/>
            <a:ext cx="0" cy="3342000"/>
          </a:xfrm>
          <a:prstGeom prst="straightConnector1">
            <a:avLst/>
          </a:prstGeom>
          <a:noFill/>
          <a:ln w="19050" cap="flat" cmpd="sng">
            <a:solidFill>
              <a:schemeClr val="lt1"/>
            </a:solidFill>
            <a:prstDash val="solid"/>
            <a:round/>
            <a:headEnd type="none" w="med" len="med"/>
            <a:tailEnd type="none" w="med" len="med"/>
          </a:ln>
        </p:spPr>
      </p:cxnSp>
      <p:cxnSp>
        <p:nvCxnSpPr>
          <p:cNvPr id="327" name="Google Shape;327;p41"/>
          <p:cNvCxnSpPr/>
          <p:nvPr/>
        </p:nvCxnSpPr>
        <p:spPr>
          <a:xfrm>
            <a:off x="4580525" y="1801500"/>
            <a:ext cx="0" cy="3342000"/>
          </a:xfrm>
          <a:prstGeom prst="straightConnector1">
            <a:avLst/>
          </a:prstGeom>
          <a:noFill/>
          <a:ln w="19050" cap="flat" cmpd="sng">
            <a:solidFill>
              <a:schemeClr val="lt1"/>
            </a:solidFill>
            <a:prstDash val="solid"/>
            <a:round/>
            <a:headEnd type="none" w="med" len="med"/>
            <a:tailEnd type="none" w="med" len="med"/>
          </a:ln>
        </p:spPr>
      </p:cxnSp>
      <p:cxnSp>
        <p:nvCxnSpPr>
          <p:cNvPr id="328" name="Google Shape;328;p41"/>
          <p:cNvCxnSpPr/>
          <p:nvPr/>
        </p:nvCxnSpPr>
        <p:spPr>
          <a:xfrm>
            <a:off x="6857075" y="1801500"/>
            <a:ext cx="0" cy="3342000"/>
          </a:xfrm>
          <a:prstGeom prst="straightConnector1">
            <a:avLst/>
          </a:prstGeom>
          <a:noFill/>
          <a:ln w="19050" cap="flat" cmpd="sng">
            <a:solidFill>
              <a:schemeClr val="lt1"/>
            </a:solidFill>
            <a:prstDash val="solid"/>
            <a:round/>
            <a:headEnd type="none" w="med" len="med"/>
            <a:tailEnd type="none" w="med" len="med"/>
          </a:ln>
        </p:spPr>
      </p:cxnSp>
      <p:sp>
        <p:nvSpPr>
          <p:cNvPr id="329" name="Google Shape;329;p41"/>
          <p:cNvSpPr>
            <a:spLocks noGrp="1"/>
          </p:cNvSpPr>
          <p:nvPr>
            <p:ph type="pic" idx="8"/>
          </p:nvPr>
        </p:nvSpPr>
        <p:spPr>
          <a:xfrm>
            <a:off x="651288" y="1923334"/>
            <a:ext cx="991800" cy="991800"/>
          </a:xfrm>
          <a:prstGeom prst="rect">
            <a:avLst/>
          </a:prstGeom>
          <a:noFill/>
          <a:ln>
            <a:noFill/>
          </a:ln>
        </p:spPr>
      </p:sp>
      <p:sp>
        <p:nvSpPr>
          <p:cNvPr id="330" name="Google Shape;330;p41"/>
          <p:cNvSpPr txBox="1">
            <a:spLocks noGrp="1"/>
          </p:cNvSpPr>
          <p:nvPr>
            <p:ph type="title"/>
          </p:nvPr>
        </p:nvSpPr>
        <p:spPr>
          <a:xfrm>
            <a:off x="361975" y="962092"/>
            <a:ext cx="57186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a:endParaRPr/>
          </a:p>
        </p:txBody>
      </p:sp>
      <p:sp>
        <p:nvSpPr>
          <p:cNvPr id="331" name="Google Shape;331;p41"/>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332" name="Google Shape;332;p41"/>
          <p:cNvSpPr txBox="1">
            <a:spLocks noGrp="1"/>
          </p:cNvSpPr>
          <p:nvPr>
            <p:ph type="subTitle" idx="9"/>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333" name="Google Shape;333;p41"/>
          <p:cNvSpPr txBox="1">
            <a:spLocks noGrp="1"/>
          </p:cNvSpPr>
          <p:nvPr>
            <p:ph type="subTitle" idx="13"/>
          </p:nvPr>
        </p:nvSpPr>
        <p:spPr>
          <a:xfrm>
            <a:off x="353250" y="3248209"/>
            <a:ext cx="1587900" cy="187800"/>
          </a:xfrm>
          <a:prstGeom prst="rect">
            <a:avLst/>
          </a:prstGeom>
        </p:spPr>
        <p:txBody>
          <a:bodyPr spcFirstLastPara="1" wrap="square" lIns="0" tIns="0" rIns="0" bIns="0" anchor="t" anchorCtr="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a:endParaRPr/>
          </a:p>
        </p:txBody>
      </p:sp>
      <p:sp>
        <p:nvSpPr>
          <p:cNvPr id="334" name="Google Shape;334;p41"/>
          <p:cNvSpPr txBox="1">
            <a:spLocks noGrp="1"/>
          </p:cNvSpPr>
          <p:nvPr>
            <p:ph type="subTitle" idx="14"/>
          </p:nvPr>
        </p:nvSpPr>
        <p:spPr>
          <a:xfrm>
            <a:off x="353250" y="3050375"/>
            <a:ext cx="1587900" cy="219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a:endParaRPr/>
          </a:p>
        </p:txBody>
      </p:sp>
      <p:sp>
        <p:nvSpPr>
          <p:cNvPr id="335" name="Google Shape;335;p41"/>
          <p:cNvSpPr txBox="1">
            <a:spLocks noGrp="1"/>
          </p:cNvSpPr>
          <p:nvPr>
            <p:ph type="subTitle" idx="15"/>
          </p:nvPr>
        </p:nvSpPr>
        <p:spPr>
          <a:xfrm>
            <a:off x="353250" y="4598973"/>
            <a:ext cx="1587900" cy="219600"/>
          </a:xfrm>
          <a:prstGeom prst="rect">
            <a:avLst/>
          </a:prstGeom>
        </p:spPr>
        <p:txBody>
          <a:bodyPr spcFirstLastPara="1" wrap="square" lIns="0" tIns="0" rIns="0" bIns="0" anchor="ctr" anchorCtr="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a:endParaRPr/>
          </a:p>
        </p:txBody>
      </p:sp>
      <p:sp>
        <p:nvSpPr>
          <p:cNvPr id="336" name="Google Shape;336;p41"/>
          <p:cNvSpPr txBox="1">
            <a:spLocks noGrp="1"/>
          </p:cNvSpPr>
          <p:nvPr>
            <p:ph type="subTitle" idx="16"/>
          </p:nvPr>
        </p:nvSpPr>
        <p:spPr>
          <a:xfrm>
            <a:off x="7188325" y="3248209"/>
            <a:ext cx="1587900" cy="187800"/>
          </a:xfrm>
          <a:prstGeom prst="rect">
            <a:avLst/>
          </a:prstGeom>
        </p:spPr>
        <p:txBody>
          <a:bodyPr spcFirstLastPara="1" wrap="square" lIns="0" tIns="0" rIns="0" bIns="0" anchor="t" anchorCtr="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a:endParaRPr/>
          </a:p>
        </p:txBody>
      </p:sp>
      <p:sp>
        <p:nvSpPr>
          <p:cNvPr id="337" name="Google Shape;337;p41"/>
          <p:cNvSpPr txBox="1">
            <a:spLocks noGrp="1"/>
          </p:cNvSpPr>
          <p:nvPr>
            <p:ph type="subTitle" idx="17"/>
          </p:nvPr>
        </p:nvSpPr>
        <p:spPr>
          <a:xfrm>
            <a:off x="7188325" y="3050375"/>
            <a:ext cx="1587900" cy="219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a:endParaRPr/>
          </a:p>
        </p:txBody>
      </p:sp>
      <p:sp>
        <p:nvSpPr>
          <p:cNvPr id="338" name="Google Shape;338;p41"/>
          <p:cNvSpPr txBox="1">
            <a:spLocks noGrp="1"/>
          </p:cNvSpPr>
          <p:nvPr>
            <p:ph type="subTitle" idx="18"/>
          </p:nvPr>
        </p:nvSpPr>
        <p:spPr>
          <a:xfrm>
            <a:off x="7188325" y="4598973"/>
            <a:ext cx="1587900" cy="219600"/>
          </a:xfrm>
          <a:prstGeom prst="rect">
            <a:avLst/>
          </a:prstGeom>
        </p:spPr>
        <p:txBody>
          <a:bodyPr spcFirstLastPara="1" wrap="square" lIns="0" tIns="0" rIns="0" bIns="0" anchor="ctr" anchorCtr="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a:endParaRPr/>
          </a:p>
        </p:txBody>
      </p:sp>
      <p:sp>
        <p:nvSpPr>
          <p:cNvPr id="339" name="Google Shape;339;p41"/>
          <p:cNvSpPr txBox="1">
            <a:spLocks noGrp="1"/>
          </p:cNvSpPr>
          <p:nvPr>
            <p:ph type="subTitle" idx="19"/>
          </p:nvPr>
        </p:nvSpPr>
        <p:spPr>
          <a:xfrm>
            <a:off x="4924850" y="3248209"/>
            <a:ext cx="1587900" cy="187800"/>
          </a:xfrm>
          <a:prstGeom prst="rect">
            <a:avLst/>
          </a:prstGeom>
        </p:spPr>
        <p:txBody>
          <a:bodyPr spcFirstLastPara="1" wrap="square" lIns="0" tIns="0" rIns="0" bIns="0" anchor="t" anchorCtr="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a:endParaRPr/>
          </a:p>
        </p:txBody>
      </p:sp>
      <p:sp>
        <p:nvSpPr>
          <p:cNvPr id="340" name="Google Shape;340;p41"/>
          <p:cNvSpPr txBox="1">
            <a:spLocks noGrp="1"/>
          </p:cNvSpPr>
          <p:nvPr>
            <p:ph type="subTitle" idx="20"/>
          </p:nvPr>
        </p:nvSpPr>
        <p:spPr>
          <a:xfrm>
            <a:off x="4924850" y="3050375"/>
            <a:ext cx="1587900" cy="219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a:endParaRPr/>
          </a:p>
        </p:txBody>
      </p:sp>
      <p:sp>
        <p:nvSpPr>
          <p:cNvPr id="341" name="Google Shape;341;p41"/>
          <p:cNvSpPr txBox="1">
            <a:spLocks noGrp="1"/>
          </p:cNvSpPr>
          <p:nvPr>
            <p:ph type="subTitle" idx="21"/>
          </p:nvPr>
        </p:nvSpPr>
        <p:spPr>
          <a:xfrm>
            <a:off x="4924850" y="4598973"/>
            <a:ext cx="1587900" cy="219600"/>
          </a:xfrm>
          <a:prstGeom prst="rect">
            <a:avLst/>
          </a:prstGeom>
        </p:spPr>
        <p:txBody>
          <a:bodyPr spcFirstLastPara="1" wrap="square" lIns="0" tIns="0" rIns="0" bIns="0" anchor="ctr" anchorCtr="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a:endParaRPr/>
          </a:p>
        </p:txBody>
      </p:sp>
      <p:sp>
        <p:nvSpPr>
          <p:cNvPr id="342" name="Google Shape;342;p41"/>
          <p:cNvSpPr txBox="1">
            <a:spLocks noGrp="1"/>
          </p:cNvSpPr>
          <p:nvPr>
            <p:ph type="subTitle" idx="22"/>
          </p:nvPr>
        </p:nvSpPr>
        <p:spPr>
          <a:xfrm>
            <a:off x="2643513" y="3248209"/>
            <a:ext cx="1587900" cy="187800"/>
          </a:xfrm>
          <a:prstGeom prst="rect">
            <a:avLst/>
          </a:prstGeom>
        </p:spPr>
        <p:txBody>
          <a:bodyPr spcFirstLastPara="1" wrap="square" lIns="0" tIns="0" rIns="0" bIns="0" anchor="t" anchorCtr="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a:endParaRPr/>
          </a:p>
        </p:txBody>
      </p:sp>
      <p:sp>
        <p:nvSpPr>
          <p:cNvPr id="343" name="Google Shape;343;p41"/>
          <p:cNvSpPr txBox="1">
            <a:spLocks noGrp="1"/>
          </p:cNvSpPr>
          <p:nvPr>
            <p:ph type="subTitle" idx="23"/>
          </p:nvPr>
        </p:nvSpPr>
        <p:spPr>
          <a:xfrm>
            <a:off x="2643513" y="3050375"/>
            <a:ext cx="1587900" cy="2196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a:endParaRPr/>
          </a:p>
        </p:txBody>
      </p:sp>
      <p:sp>
        <p:nvSpPr>
          <p:cNvPr id="344" name="Google Shape;344;p41"/>
          <p:cNvSpPr txBox="1">
            <a:spLocks noGrp="1"/>
          </p:cNvSpPr>
          <p:nvPr>
            <p:ph type="subTitle" idx="24"/>
          </p:nvPr>
        </p:nvSpPr>
        <p:spPr>
          <a:xfrm>
            <a:off x="2643513" y="4598973"/>
            <a:ext cx="1587900" cy="219600"/>
          </a:xfrm>
          <a:prstGeom prst="rect">
            <a:avLst/>
          </a:prstGeom>
        </p:spPr>
        <p:txBody>
          <a:bodyPr spcFirstLastPara="1" wrap="square" lIns="0" tIns="0" rIns="0" bIns="0" anchor="ctr" anchorCtr="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eam - Eight members">
  <p:cSld name="CUSTOM_6">
    <p:spTree>
      <p:nvGrpSpPr>
        <p:cNvPr id="1" name="Shape 345"/>
        <p:cNvGrpSpPr/>
        <p:nvPr/>
      </p:nvGrpSpPr>
      <p:grpSpPr>
        <a:xfrm>
          <a:off x="0" y="0"/>
          <a:ext cx="0" cy="0"/>
          <a:chOff x="0" y="0"/>
          <a:chExt cx="0" cy="0"/>
        </a:xfrm>
      </p:grpSpPr>
      <p:sp>
        <p:nvSpPr>
          <p:cNvPr id="346" name="Google Shape;346;p42"/>
          <p:cNvSpPr txBox="1">
            <a:spLocks noGrp="1"/>
          </p:cNvSpPr>
          <p:nvPr>
            <p:ph type="subTitle" idx="1"/>
          </p:nvPr>
        </p:nvSpPr>
        <p:spPr>
          <a:xfrm>
            <a:off x="6750600" y="1283963"/>
            <a:ext cx="2026200" cy="187800"/>
          </a:xfrm>
          <a:prstGeom prst="rect">
            <a:avLst/>
          </a:prstGeom>
        </p:spPr>
        <p:txBody>
          <a:bodyPr spcFirstLastPara="1" wrap="square" lIns="0" tIns="0" rIns="0" bIns="0" anchor="ctr" anchorCtr="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
        <p:nvSpPr>
          <p:cNvPr id="347" name="Google Shape;347;p42"/>
          <p:cNvSpPr txBox="1">
            <a:spLocks noGrp="1"/>
          </p:cNvSpPr>
          <p:nvPr>
            <p:ph type="subTitle" idx="2"/>
          </p:nvPr>
        </p:nvSpPr>
        <p:spPr>
          <a:xfrm>
            <a:off x="6750600" y="1054750"/>
            <a:ext cx="2026200" cy="219600"/>
          </a:xfrm>
          <a:prstGeom prst="rect">
            <a:avLst/>
          </a:prstGeom>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348" name="Google Shape;348;p42"/>
          <p:cNvSpPr txBox="1">
            <a:spLocks noGrp="1"/>
          </p:cNvSpPr>
          <p:nvPr>
            <p:ph type="subTitle" idx="3"/>
          </p:nvPr>
        </p:nvSpPr>
        <p:spPr>
          <a:xfrm>
            <a:off x="6750600" y="1427900"/>
            <a:ext cx="2026200" cy="219600"/>
          </a:xfrm>
          <a:prstGeom prst="rect">
            <a:avLst/>
          </a:prstGeom>
        </p:spPr>
        <p:txBody>
          <a:bodyPr spcFirstLastPara="1" wrap="square" lIns="0" tIns="0" rIns="0" bIns="0" anchor="ctr" anchorCtr="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a:endParaRPr/>
          </a:p>
        </p:txBody>
      </p:sp>
      <p:sp>
        <p:nvSpPr>
          <p:cNvPr id="349" name="Google Shape;349;p42"/>
          <p:cNvSpPr>
            <a:spLocks noGrp="1"/>
          </p:cNvSpPr>
          <p:nvPr>
            <p:ph type="pic" idx="4"/>
          </p:nvPr>
        </p:nvSpPr>
        <p:spPr>
          <a:xfrm>
            <a:off x="6080709" y="1066100"/>
            <a:ext cx="530400" cy="530400"/>
          </a:xfrm>
          <a:prstGeom prst="rect">
            <a:avLst/>
          </a:prstGeom>
          <a:noFill/>
          <a:ln>
            <a:noFill/>
          </a:ln>
        </p:spPr>
      </p:sp>
      <p:sp>
        <p:nvSpPr>
          <p:cNvPr id="350" name="Google Shape;350;p42"/>
          <p:cNvSpPr txBox="1">
            <a:spLocks noGrp="1"/>
          </p:cNvSpPr>
          <p:nvPr>
            <p:ph type="subTitle" idx="5"/>
          </p:nvPr>
        </p:nvSpPr>
        <p:spPr>
          <a:xfrm>
            <a:off x="3824550" y="1283963"/>
            <a:ext cx="2026200" cy="187800"/>
          </a:xfrm>
          <a:prstGeom prst="rect">
            <a:avLst/>
          </a:prstGeom>
        </p:spPr>
        <p:txBody>
          <a:bodyPr spcFirstLastPara="1" wrap="square" lIns="0" tIns="0" rIns="0" bIns="0" anchor="ctr" anchorCtr="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
        <p:nvSpPr>
          <p:cNvPr id="351" name="Google Shape;351;p42"/>
          <p:cNvSpPr txBox="1">
            <a:spLocks noGrp="1"/>
          </p:cNvSpPr>
          <p:nvPr>
            <p:ph type="subTitle" idx="6"/>
          </p:nvPr>
        </p:nvSpPr>
        <p:spPr>
          <a:xfrm>
            <a:off x="3824550" y="1054750"/>
            <a:ext cx="2026200" cy="219600"/>
          </a:xfrm>
          <a:prstGeom prst="rect">
            <a:avLst/>
          </a:prstGeom>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352" name="Google Shape;352;p42"/>
          <p:cNvSpPr txBox="1">
            <a:spLocks noGrp="1"/>
          </p:cNvSpPr>
          <p:nvPr>
            <p:ph type="subTitle" idx="7"/>
          </p:nvPr>
        </p:nvSpPr>
        <p:spPr>
          <a:xfrm>
            <a:off x="3824550" y="1427900"/>
            <a:ext cx="2026200" cy="219600"/>
          </a:xfrm>
          <a:prstGeom prst="rect">
            <a:avLst/>
          </a:prstGeom>
        </p:spPr>
        <p:txBody>
          <a:bodyPr spcFirstLastPara="1" wrap="square" lIns="0" tIns="0" rIns="0" bIns="0" anchor="ctr" anchorCtr="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a:endParaRPr/>
          </a:p>
        </p:txBody>
      </p:sp>
      <p:sp>
        <p:nvSpPr>
          <p:cNvPr id="353" name="Google Shape;353;p42"/>
          <p:cNvSpPr>
            <a:spLocks noGrp="1"/>
          </p:cNvSpPr>
          <p:nvPr>
            <p:ph type="pic" idx="8"/>
          </p:nvPr>
        </p:nvSpPr>
        <p:spPr>
          <a:xfrm>
            <a:off x="3154659" y="1066100"/>
            <a:ext cx="530400" cy="530400"/>
          </a:xfrm>
          <a:prstGeom prst="rect">
            <a:avLst/>
          </a:prstGeom>
          <a:noFill/>
          <a:ln>
            <a:noFill/>
          </a:ln>
        </p:spPr>
      </p:sp>
      <p:sp>
        <p:nvSpPr>
          <p:cNvPr id="354" name="Google Shape;354;p42"/>
          <p:cNvSpPr txBox="1">
            <a:spLocks noGrp="1"/>
          </p:cNvSpPr>
          <p:nvPr>
            <p:ph type="subTitle" idx="9"/>
          </p:nvPr>
        </p:nvSpPr>
        <p:spPr>
          <a:xfrm>
            <a:off x="6750600" y="2193728"/>
            <a:ext cx="2026200" cy="187800"/>
          </a:xfrm>
          <a:prstGeom prst="rect">
            <a:avLst/>
          </a:prstGeom>
        </p:spPr>
        <p:txBody>
          <a:bodyPr spcFirstLastPara="1" wrap="square" lIns="0" tIns="0" rIns="0" bIns="0" anchor="ctr" anchorCtr="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
        <p:nvSpPr>
          <p:cNvPr id="355" name="Google Shape;355;p42"/>
          <p:cNvSpPr txBox="1">
            <a:spLocks noGrp="1"/>
          </p:cNvSpPr>
          <p:nvPr>
            <p:ph type="subTitle" idx="13"/>
          </p:nvPr>
        </p:nvSpPr>
        <p:spPr>
          <a:xfrm>
            <a:off x="6750600" y="1964514"/>
            <a:ext cx="2026200" cy="219600"/>
          </a:xfrm>
          <a:prstGeom prst="rect">
            <a:avLst/>
          </a:prstGeom>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356" name="Google Shape;356;p42"/>
          <p:cNvSpPr txBox="1">
            <a:spLocks noGrp="1"/>
          </p:cNvSpPr>
          <p:nvPr>
            <p:ph type="subTitle" idx="14"/>
          </p:nvPr>
        </p:nvSpPr>
        <p:spPr>
          <a:xfrm>
            <a:off x="6750600" y="2337664"/>
            <a:ext cx="2026200" cy="219600"/>
          </a:xfrm>
          <a:prstGeom prst="rect">
            <a:avLst/>
          </a:prstGeom>
        </p:spPr>
        <p:txBody>
          <a:bodyPr spcFirstLastPara="1" wrap="square" lIns="0" tIns="0" rIns="0" bIns="0" anchor="ctr" anchorCtr="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a:endParaRPr/>
          </a:p>
        </p:txBody>
      </p:sp>
      <p:sp>
        <p:nvSpPr>
          <p:cNvPr id="357" name="Google Shape;357;p42"/>
          <p:cNvSpPr>
            <a:spLocks noGrp="1"/>
          </p:cNvSpPr>
          <p:nvPr>
            <p:ph type="pic" idx="15"/>
          </p:nvPr>
        </p:nvSpPr>
        <p:spPr>
          <a:xfrm>
            <a:off x="6080709" y="1975864"/>
            <a:ext cx="530400" cy="530400"/>
          </a:xfrm>
          <a:prstGeom prst="rect">
            <a:avLst/>
          </a:prstGeom>
          <a:noFill/>
          <a:ln>
            <a:noFill/>
          </a:ln>
        </p:spPr>
      </p:sp>
      <p:sp>
        <p:nvSpPr>
          <p:cNvPr id="358" name="Google Shape;358;p42"/>
          <p:cNvSpPr txBox="1">
            <a:spLocks noGrp="1"/>
          </p:cNvSpPr>
          <p:nvPr>
            <p:ph type="subTitle" idx="16"/>
          </p:nvPr>
        </p:nvSpPr>
        <p:spPr>
          <a:xfrm>
            <a:off x="3824550" y="2193728"/>
            <a:ext cx="2026200" cy="187800"/>
          </a:xfrm>
          <a:prstGeom prst="rect">
            <a:avLst/>
          </a:prstGeom>
        </p:spPr>
        <p:txBody>
          <a:bodyPr spcFirstLastPara="1" wrap="square" lIns="0" tIns="0" rIns="0" bIns="0" anchor="ctr" anchorCtr="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
        <p:nvSpPr>
          <p:cNvPr id="359" name="Google Shape;359;p42"/>
          <p:cNvSpPr txBox="1">
            <a:spLocks noGrp="1"/>
          </p:cNvSpPr>
          <p:nvPr>
            <p:ph type="subTitle" idx="17"/>
          </p:nvPr>
        </p:nvSpPr>
        <p:spPr>
          <a:xfrm>
            <a:off x="3824550" y="1964514"/>
            <a:ext cx="2026200" cy="219600"/>
          </a:xfrm>
          <a:prstGeom prst="rect">
            <a:avLst/>
          </a:prstGeom>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360" name="Google Shape;360;p42"/>
          <p:cNvSpPr txBox="1">
            <a:spLocks noGrp="1"/>
          </p:cNvSpPr>
          <p:nvPr>
            <p:ph type="subTitle" idx="18"/>
          </p:nvPr>
        </p:nvSpPr>
        <p:spPr>
          <a:xfrm>
            <a:off x="3824550" y="2337664"/>
            <a:ext cx="2026200" cy="219600"/>
          </a:xfrm>
          <a:prstGeom prst="rect">
            <a:avLst/>
          </a:prstGeom>
        </p:spPr>
        <p:txBody>
          <a:bodyPr spcFirstLastPara="1" wrap="square" lIns="0" tIns="0" rIns="0" bIns="0" anchor="ctr" anchorCtr="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a:endParaRPr/>
          </a:p>
        </p:txBody>
      </p:sp>
      <p:sp>
        <p:nvSpPr>
          <p:cNvPr id="361" name="Google Shape;361;p42"/>
          <p:cNvSpPr>
            <a:spLocks noGrp="1"/>
          </p:cNvSpPr>
          <p:nvPr>
            <p:ph type="pic" idx="19"/>
          </p:nvPr>
        </p:nvSpPr>
        <p:spPr>
          <a:xfrm>
            <a:off x="3154659" y="1975864"/>
            <a:ext cx="530400" cy="530400"/>
          </a:xfrm>
          <a:prstGeom prst="rect">
            <a:avLst/>
          </a:prstGeom>
          <a:noFill/>
          <a:ln>
            <a:noFill/>
          </a:ln>
        </p:spPr>
      </p:sp>
      <p:sp>
        <p:nvSpPr>
          <p:cNvPr id="362" name="Google Shape;362;p42"/>
          <p:cNvSpPr txBox="1">
            <a:spLocks noGrp="1"/>
          </p:cNvSpPr>
          <p:nvPr>
            <p:ph type="subTitle" idx="20"/>
          </p:nvPr>
        </p:nvSpPr>
        <p:spPr>
          <a:xfrm>
            <a:off x="6750600" y="3101715"/>
            <a:ext cx="2026200" cy="187800"/>
          </a:xfrm>
          <a:prstGeom prst="rect">
            <a:avLst/>
          </a:prstGeom>
        </p:spPr>
        <p:txBody>
          <a:bodyPr spcFirstLastPara="1" wrap="square" lIns="0" tIns="0" rIns="0" bIns="0" anchor="ctr" anchorCtr="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
        <p:nvSpPr>
          <p:cNvPr id="363" name="Google Shape;363;p42"/>
          <p:cNvSpPr txBox="1">
            <a:spLocks noGrp="1"/>
          </p:cNvSpPr>
          <p:nvPr>
            <p:ph type="subTitle" idx="21"/>
          </p:nvPr>
        </p:nvSpPr>
        <p:spPr>
          <a:xfrm>
            <a:off x="6750600" y="2872502"/>
            <a:ext cx="2026200" cy="219600"/>
          </a:xfrm>
          <a:prstGeom prst="rect">
            <a:avLst/>
          </a:prstGeom>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364" name="Google Shape;364;p42"/>
          <p:cNvSpPr txBox="1">
            <a:spLocks noGrp="1"/>
          </p:cNvSpPr>
          <p:nvPr>
            <p:ph type="subTitle" idx="22"/>
          </p:nvPr>
        </p:nvSpPr>
        <p:spPr>
          <a:xfrm>
            <a:off x="6750600" y="3245652"/>
            <a:ext cx="2026200" cy="219600"/>
          </a:xfrm>
          <a:prstGeom prst="rect">
            <a:avLst/>
          </a:prstGeom>
        </p:spPr>
        <p:txBody>
          <a:bodyPr spcFirstLastPara="1" wrap="square" lIns="0" tIns="0" rIns="0" bIns="0" anchor="ctr" anchorCtr="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a:endParaRPr/>
          </a:p>
        </p:txBody>
      </p:sp>
      <p:sp>
        <p:nvSpPr>
          <p:cNvPr id="365" name="Google Shape;365;p42"/>
          <p:cNvSpPr>
            <a:spLocks noGrp="1"/>
          </p:cNvSpPr>
          <p:nvPr>
            <p:ph type="pic" idx="23"/>
          </p:nvPr>
        </p:nvSpPr>
        <p:spPr>
          <a:xfrm>
            <a:off x="6080709" y="2883852"/>
            <a:ext cx="530400" cy="530400"/>
          </a:xfrm>
          <a:prstGeom prst="rect">
            <a:avLst/>
          </a:prstGeom>
          <a:noFill/>
          <a:ln>
            <a:noFill/>
          </a:ln>
        </p:spPr>
      </p:sp>
      <p:sp>
        <p:nvSpPr>
          <p:cNvPr id="366" name="Google Shape;366;p42"/>
          <p:cNvSpPr txBox="1">
            <a:spLocks noGrp="1"/>
          </p:cNvSpPr>
          <p:nvPr>
            <p:ph type="subTitle" idx="24"/>
          </p:nvPr>
        </p:nvSpPr>
        <p:spPr>
          <a:xfrm>
            <a:off x="3824550" y="3101715"/>
            <a:ext cx="2026200" cy="187800"/>
          </a:xfrm>
          <a:prstGeom prst="rect">
            <a:avLst/>
          </a:prstGeom>
        </p:spPr>
        <p:txBody>
          <a:bodyPr spcFirstLastPara="1" wrap="square" lIns="0" tIns="0" rIns="0" bIns="0" anchor="ctr" anchorCtr="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
        <p:nvSpPr>
          <p:cNvPr id="367" name="Google Shape;367;p42"/>
          <p:cNvSpPr txBox="1">
            <a:spLocks noGrp="1"/>
          </p:cNvSpPr>
          <p:nvPr>
            <p:ph type="subTitle" idx="25"/>
          </p:nvPr>
        </p:nvSpPr>
        <p:spPr>
          <a:xfrm>
            <a:off x="3824550" y="2872502"/>
            <a:ext cx="2026200" cy="219600"/>
          </a:xfrm>
          <a:prstGeom prst="rect">
            <a:avLst/>
          </a:prstGeom>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368" name="Google Shape;368;p42"/>
          <p:cNvSpPr txBox="1">
            <a:spLocks noGrp="1"/>
          </p:cNvSpPr>
          <p:nvPr>
            <p:ph type="subTitle" idx="26"/>
          </p:nvPr>
        </p:nvSpPr>
        <p:spPr>
          <a:xfrm>
            <a:off x="3824550" y="3245652"/>
            <a:ext cx="2026200" cy="219600"/>
          </a:xfrm>
          <a:prstGeom prst="rect">
            <a:avLst/>
          </a:prstGeom>
        </p:spPr>
        <p:txBody>
          <a:bodyPr spcFirstLastPara="1" wrap="square" lIns="0" tIns="0" rIns="0" bIns="0" anchor="ctr" anchorCtr="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a:endParaRPr/>
          </a:p>
        </p:txBody>
      </p:sp>
      <p:sp>
        <p:nvSpPr>
          <p:cNvPr id="369" name="Google Shape;369;p42"/>
          <p:cNvSpPr>
            <a:spLocks noGrp="1"/>
          </p:cNvSpPr>
          <p:nvPr>
            <p:ph type="pic" idx="27"/>
          </p:nvPr>
        </p:nvSpPr>
        <p:spPr>
          <a:xfrm>
            <a:off x="3154659" y="2883852"/>
            <a:ext cx="530400" cy="530400"/>
          </a:xfrm>
          <a:prstGeom prst="rect">
            <a:avLst/>
          </a:prstGeom>
          <a:noFill/>
          <a:ln>
            <a:noFill/>
          </a:ln>
        </p:spPr>
      </p:sp>
      <p:sp>
        <p:nvSpPr>
          <p:cNvPr id="370" name="Google Shape;370;p42"/>
          <p:cNvSpPr txBox="1">
            <a:spLocks noGrp="1"/>
          </p:cNvSpPr>
          <p:nvPr>
            <p:ph type="subTitle" idx="28"/>
          </p:nvPr>
        </p:nvSpPr>
        <p:spPr>
          <a:xfrm>
            <a:off x="6750600" y="4022919"/>
            <a:ext cx="2026200" cy="187800"/>
          </a:xfrm>
          <a:prstGeom prst="rect">
            <a:avLst/>
          </a:prstGeom>
        </p:spPr>
        <p:txBody>
          <a:bodyPr spcFirstLastPara="1" wrap="square" lIns="0" tIns="0" rIns="0" bIns="0" anchor="ctr" anchorCtr="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
        <p:nvSpPr>
          <p:cNvPr id="371" name="Google Shape;371;p42"/>
          <p:cNvSpPr txBox="1">
            <a:spLocks noGrp="1"/>
          </p:cNvSpPr>
          <p:nvPr>
            <p:ph type="subTitle" idx="29"/>
          </p:nvPr>
        </p:nvSpPr>
        <p:spPr>
          <a:xfrm>
            <a:off x="6750600" y="3793706"/>
            <a:ext cx="2026200" cy="219600"/>
          </a:xfrm>
          <a:prstGeom prst="rect">
            <a:avLst/>
          </a:prstGeom>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372" name="Google Shape;372;p42"/>
          <p:cNvSpPr txBox="1">
            <a:spLocks noGrp="1"/>
          </p:cNvSpPr>
          <p:nvPr>
            <p:ph type="subTitle" idx="30"/>
          </p:nvPr>
        </p:nvSpPr>
        <p:spPr>
          <a:xfrm>
            <a:off x="6750600" y="4166856"/>
            <a:ext cx="2026200" cy="219600"/>
          </a:xfrm>
          <a:prstGeom prst="rect">
            <a:avLst/>
          </a:prstGeom>
        </p:spPr>
        <p:txBody>
          <a:bodyPr spcFirstLastPara="1" wrap="square" lIns="0" tIns="0" rIns="0" bIns="0" anchor="ctr" anchorCtr="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a:endParaRPr/>
          </a:p>
        </p:txBody>
      </p:sp>
      <p:sp>
        <p:nvSpPr>
          <p:cNvPr id="373" name="Google Shape;373;p42"/>
          <p:cNvSpPr>
            <a:spLocks noGrp="1"/>
          </p:cNvSpPr>
          <p:nvPr>
            <p:ph type="pic" idx="31"/>
          </p:nvPr>
        </p:nvSpPr>
        <p:spPr>
          <a:xfrm>
            <a:off x="6080709" y="3805056"/>
            <a:ext cx="530400" cy="530400"/>
          </a:xfrm>
          <a:prstGeom prst="rect">
            <a:avLst/>
          </a:prstGeom>
          <a:noFill/>
          <a:ln>
            <a:noFill/>
          </a:ln>
        </p:spPr>
      </p:sp>
      <p:sp>
        <p:nvSpPr>
          <p:cNvPr id="374" name="Google Shape;374;p42"/>
          <p:cNvSpPr txBox="1">
            <a:spLocks noGrp="1"/>
          </p:cNvSpPr>
          <p:nvPr>
            <p:ph type="subTitle" idx="32"/>
          </p:nvPr>
        </p:nvSpPr>
        <p:spPr>
          <a:xfrm>
            <a:off x="3824550" y="4022919"/>
            <a:ext cx="2026200" cy="187800"/>
          </a:xfrm>
          <a:prstGeom prst="rect">
            <a:avLst/>
          </a:prstGeom>
        </p:spPr>
        <p:txBody>
          <a:bodyPr spcFirstLastPara="1" wrap="square" lIns="0" tIns="0" rIns="0" bIns="0" anchor="ctr" anchorCtr="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
        <p:nvSpPr>
          <p:cNvPr id="375" name="Google Shape;375;p42"/>
          <p:cNvSpPr txBox="1">
            <a:spLocks noGrp="1"/>
          </p:cNvSpPr>
          <p:nvPr>
            <p:ph type="subTitle" idx="33"/>
          </p:nvPr>
        </p:nvSpPr>
        <p:spPr>
          <a:xfrm>
            <a:off x="3824550" y="3793706"/>
            <a:ext cx="2026200" cy="219600"/>
          </a:xfrm>
          <a:prstGeom prst="rect">
            <a:avLst/>
          </a:prstGeom>
        </p:spPr>
        <p:txBody>
          <a:bodyPr spcFirstLastPara="1" wrap="square" lIns="0" tIns="0" rIns="0" bIns="0" anchor="ctr" anchorCtr="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376" name="Google Shape;376;p42"/>
          <p:cNvSpPr txBox="1">
            <a:spLocks noGrp="1"/>
          </p:cNvSpPr>
          <p:nvPr>
            <p:ph type="subTitle" idx="34"/>
          </p:nvPr>
        </p:nvSpPr>
        <p:spPr>
          <a:xfrm>
            <a:off x="3824550" y="4166856"/>
            <a:ext cx="2026200" cy="219600"/>
          </a:xfrm>
          <a:prstGeom prst="rect">
            <a:avLst/>
          </a:prstGeom>
        </p:spPr>
        <p:txBody>
          <a:bodyPr spcFirstLastPara="1" wrap="square" lIns="0" tIns="0" rIns="0" bIns="0" anchor="ctr" anchorCtr="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a:endParaRPr/>
          </a:p>
        </p:txBody>
      </p:sp>
      <p:sp>
        <p:nvSpPr>
          <p:cNvPr id="377" name="Google Shape;377;p42"/>
          <p:cNvSpPr>
            <a:spLocks noGrp="1"/>
          </p:cNvSpPr>
          <p:nvPr>
            <p:ph type="pic" idx="35"/>
          </p:nvPr>
        </p:nvSpPr>
        <p:spPr>
          <a:xfrm>
            <a:off x="3154659" y="3805056"/>
            <a:ext cx="530400" cy="530400"/>
          </a:xfrm>
          <a:prstGeom prst="rect">
            <a:avLst/>
          </a:prstGeom>
          <a:noFill/>
          <a:ln>
            <a:noFill/>
          </a:ln>
        </p:spPr>
      </p:sp>
      <p:sp>
        <p:nvSpPr>
          <p:cNvPr id="378" name="Google Shape;378;p42"/>
          <p:cNvSpPr txBox="1">
            <a:spLocks noGrp="1"/>
          </p:cNvSpPr>
          <p:nvPr>
            <p:ph type="title"/>
          </p:nvPr>
        </p:nvSpPr>
        <p:spPr>
          <a:xfrm>
            <a:off x="361975" y="962100"/>
            <a:ext cx="2450700" cy="587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a:endParaRPr/>
          </a:p>
        </p:txBody>
      </p:sp>
      <p:sp>
        <p:nvSpPr>
          <p:cNvPr id="379" name="Google Shape;379;p42"/>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380" name="Google Shape;380;p42"/>
          <p:cNvSpPr txBox="1">
            <a:spLocks noGrp="1"/>
          </p:cNvSpPr>
          <p:nvPr>
            <p:ph type="subTitle" idx="36"/>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Spotlight - Alt 2">
  <p:cSld name="CUSTOM_7_1">
    <p:bg>
      <p:bgPr>
        <a:solidFill>
          <a:schemeClr val="accent2"/>
        </a:solidFill>
        <a:effectLst/>
      </p:bgPr>
    </p:bg>
    <p:spTree>
      <p:nvGrpSpPr>
        <p:cNvPr id="1" name="Shape 381"/>
        <p:cNvGrpSpPr/>
        <p:nvPr/>
      </p:nvGrpSpPr>
      <p:grpSpPr>
        <a:xfrm>
          <a:off x="0" y="0"/>
          <a:ext cx="0" cy="0"/>
          <a:chOff x="0" y="0"/>
          <a:chExt cx="0" cy="0"/>
        </a:xfrm>
      </p:grpSpPr>
      <p:sp>
        <p:nvSpPr>
          <p:cNvPr id="382" name="Google Shape;382;p43"/>
          <p:cNvSpPr/>
          <p:nvPr/>
        </p:nvSpPr>
        <p:spPr>
          <a:xfrm>
            <a:off x="0" y="0"/>
            <a:ext cx="45675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DM Sans"/>
              <a:ea typeface="DM Sans"/>
              <a:cs typeface="DM Sans"/>
              <a:sym typeface="DM Sans"/>
            </a:endParaRPr>
          </a:p>
        </p:txBody>
      </p:sp>
      <p:sp>
        <p:nvSpPr>
          <p:cNvPr id="383" name="Google Shape;383;p43"/>
          <p:cNvSpPr txBox="1">
            <a:spLocks noGrp="1"/>
          </p:cNvSpPr>
          <p:nvPr>
            <p:ph type="title"/>
          </p:nvPr>
        </p:nvSpPr>
        <p:spPr>
          <a:xfrm>
            <a:off x="4975925" y="989088"/>
            <a:ext cx="3783600" cy="587700"/>
          </a:xfrm>
          <a:prstGeom prst="rect">
            <a:avLst/>
          </a:prstGeom>
        </p:spPr>
        <p:txBody>
          <a:bodyPr spcFirstLastPara="1" wrap="square" lIns="0" tIns="0" rIns="0" bIns="0" anchor="t" anchorCtr="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a:endParaRPr/>
          </a:p>
        </p:txBody>
      </p:sp>
      <p:sp>
        <p:nvSpPr>
          <p:cNvPr id="384" name="Google Shape;384;p43"/>
          <p:cNvSpPr>
            <a:spLocks noGrp="1"/>
          </p:cNvSpPr>
          <p:nvPr>
            <p:ph type="pic" idx="2"/>
          </p:nvPr>
        </p:nvSpPr>
        <p:spPr>
          <a:xfrm flipH="1">
            <a:off x="953803" y="1066100"/>
            <a:ext cx="2664300" cy="3002700"/>
          </a:xfrm>
          <a:prstGeom prst="rect">
            <a:avLst/>
          </a:prstGeom>
          <a:noFill/>
          <a:ln>
            <a:noFill/>
          </a:ln>
        </p:spPr>
      </p:sp>
      <p:sp>
        <p:nvSpPr>
          <p:cNvPr id="385" name="Google Shape;385;p43"/>
          <p:cNvSpPr txBox="1">
            <a:spLocks noGrp="1"/>
          </p:cNvSpPr>
          <p:nvPr>
            <p:ph type="body" idx="1"/>
          </p:nvPr>
        </p:nvSpPr>
        <p:spPr>
          <a:xfrm>
            <a:off x="4975925" y="4125662"/>
            <a:ext cx="3783600" cy="461700"/>
          </a:xfrm>
          <a:prstGeom prst="rect">
            <a:avLst/>
          </a:prstGeom>
          <a:noFill/>
        </p:spPr>
        <p:txBody>
          <a:bodyPr spcFirstLastPara="1" wrap="square" lIns="0" tIns="0" rIns="0" bIns="0" anchor="b" anchorCtr="0">
            <a:noAutofit/>
          </a:bodyPr>
          <a:lstStyle>
            <a:lvl1pPr marL="457200" lvl="0"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marL="914400" lvl="1"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marL="1371600" lvl="2"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marL="1828800" lvl="3"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marL="2286000" lvl="4"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marL="2743200" lvl="5"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marL="3200400" lvl="6"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marL="3657600" lvl="7"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marL="4114800" lvl="8" indent="-2921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a:endParaRPr/>
          </a:p>
        </p:txBody>
      </p:sp>
      <p:sp>
        <p:nvSpPr>
          <p:cNvPr id="386" name="Google Shape;386;p43"/>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387" name="Google Shape;387;p43"/>
          <p:cNvSpPr txBox="1">
            <a:spLocks noGrp="1"/>
          </p:cNvSpPr>
          <p:nvPr>
            <p:ph type="body" idx="3"/>
          </p:nvPr>
        </p:nvSpPr>
        <p:spPr>
          <a:xfrm>
            <a:off x="4975925" y="1943891"/>
            <a:ext cx="3783600" cy="1243200"/>
          </a:xfrm>
          <a:prstGeom prst="rect">
            <a:avLst/>
          </a:prstGeom>
          <a:noFill/>
        </p:spPr>
        <p:txBody>
          <a:bodyPr spcFirstLastPara="1" wrap="square" lIns="0" tIns="0" rIns="0" bIns="0" anchor="t" anchorCtr="0">
            <a:noAutofit/>
          </a:bodyPr>
          <a:lstStyle>
            <a:lvl1pPr marL="457200" lvl="0" indent="-330200">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marL="914400" lvl="1" indent="-330200">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marL="1371600" lvl="2" indent="-330200">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marL="1828800" lvl="3" indent="-330200">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marL="2286000" lvl="4" indent="-330200">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marL="2743200" lvl="5" indent="-330200">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marL="3200400" lvl="6" indent="-330200">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marL="3657600" lvl="7" indent="-330200">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marL="4114800" lvl="8" indent="-330200">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a:endParaRPr/>
          </a:p>
        </p:txBody>
      </p:sp>
      <p:sp>
        <p:nvSpPr>
          <p:cNvPr id="388" name="Google Shape;388;p43"/>
          <p:cNvSpPr txBox="1">
            <a:spLocks noGrp="1"/>
          </p:cNvSpPr>
          <p:nvPr>
            <p:ph type="subTitle" idx="4"/>
          </p:nvPr>
        </p:nvSpPr>
        <p:spPr>
          <a:xfrm>
            <a:off x="4975925" y="732775"/>
            <a:ext cx="3783600" cy="138600"/>
          </a:xfrm>
          <a:prstGeom prst="rect">
            <a:avLst/>
          </a:prstGeom>
        </p:spPr>
        <p:txBody>
          <a:bodyPr spcFirstLastPara="1" wrap="square" lIns="0" tIns="0" rIns="0" bIns="0" anchor="b" anchorCtr="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a:endParaRPr/>
          </a:p>
        </p:txBody>
      </p:sp>
      <p:sp>
        <p:nvSpPr>
          <p:cNvPr id="389" name="Google Shape;389;p43"/>
          <p:cNvSpPr txBox="1">
            <a:spLocks noGrp="1"/>
          </p:cNvSpPr>
          <p:nvPr>
            <p:ph type="subTitle" idx="5"/>
          </p:nvPr>
        </p:nvSpPr>
        <p:spPr>
          <a:xfrm>
            <a:off x="4975925" y="1647132"/>
            <a:ext cx="3783600" cy="138600"/>
          </a:xfrm>
          <a:prstGeom prst="rect">
            <a:avLst/>
          </a:prstGeom>
        </p:spPr>
        <p:txBody>
          <a:bodyPr spcFirstLastPara="1" wrap="square" lIns="0" tIns="0" rIns="0" bIns="0" anchor="t" anchorCtr="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a:endParaRPr/>
          </a:p>
        </p:txBody>
      </p:sp>
      <p:sp>
        <p:nvSpPr>
          <p:cNvPr id="390" name="Google Shape;390;p43"/>
          <p:cNvSpPr txBox="1">
            <a:spLocks noGrp="1"/>
          </p:cNvSpPr>
          <p:nvPr>
            <p:ph type="subTitle" idx="6"/>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ar chart background">
  <p:cSld name="CUSTOM_8">
    <p:spTree>
      <p:nvGrpSpPr>
        <p:cNvPr id="1" name="Shape 391"/>
        <p:cNvGrpSpPr/>
        <p:nvPr/>
      </p:nvGrpSpPr>
      <p:grpSpPr>
        <a:xfrm>
          <a:off x="0" y="0"/>
          <a:ext cx="0" cy="0"/>
          <a:chOff x="0" y="0"/>
          <a:chExt cx="0" cy="0"/>
        </a:xfrm>
      </p:grpSpPr>
      <p:grpSp>
        <p:nvGrpSpPr>
          <p:cNvPr id="392" name="Google Shape;392;p44"/>
          <p:cNvGrpSpPr/>
          <p:nvPr/>
        </p:nvGrpSpPr>
        <p:grpSpPr>
          <a:xfrm>
            <a:off x="49" y="514398"/>
            <a:ext cx="9144297" cy="4115162"/>
            <a:chOff x="-18500" y="514395"/>
            <a:chExt cx="9219900" cy="4115162"/>
          </a:xfrm>
        </p:grpSpPr>
        <p:cxnSp>
          <p:nvCxnSpPr>
            <p:cNvPr id="393" name="Google Shape;393;p44"/>
            <p:cNvCxnSpPr/>
            <p:nvPr/>
          </p:nvCxnSpPr>
          <p:spPr>
            <a:xfrm>
              <a:off x="-18500" y="1028790"/>
              <a:ext cx="9219900" cy="0"/>
            </a:xfrm>
            <a:prstGeom prst="straightConnector1">
              <a:avLst/>
            </a:prstGeom>
            <a:noFill/>
            <a:ln w="9525" cap="flat" cmpd="sng">
              <a:solidFill>
                <a:schemeClr val="accent6"/>
              </a:solidFill>
              <a:prstDash val="solid"/>
              <a:round/>
              <a:headEnd type="none" w="med" len="med"/>
              <a:tailEnd type="none" w="med" len="med"/>
            </a:ln>
          </p:spPr>
        </p:cxnSp>
        <p:cxnSp>
          <p:nvCxnSpPr>
            <p:cNvPr id="394" name="Google Shape;394;p44"/>
            <p:cNvCxnSpPr/>
            <p:nvPr/>
          </p:nvCxnSpPr>
          <p:spPr>
            <a:xfrm>
              <a:off x="-18500" y="4629557"/>
              <a:ext cx="9219900" cy="0"/>
            </a:xfrm>
            <a:prstGeom prst="straightConnector1">
              <a:avLst/>
            </a:prstGeom>
            <a:noFill/>
            <a:ln w="9525" cap="flat" cmpd="sng">
              <a:solidFill>
                <a:schemeClr val="accent6"/>
              </a:solidFill>
              <a:prstDash val="solid"/>
              <a:round/>
              <a:headEnd type="none" w="med" len="med"/>
              <a:tailEnd type="none" w="med" len="med"/>
            </a:ln>
          </p:spPr>
        </p:cxnSp>
        <p:cxnSp>
          <p:nvCxnSpPr>
            <p:cNvPr id="395" name="Google Shape;395;p44"/>
            <p:cNvCxnSpPr/>
            <p:nvPr/>
          </p:nvCxnSpPr>
          <p:spPr>
            <a:xfrm>
              <a:off x="-18500" y="4115162"/>
              <a:ext cx="9219900" cy="0"/>
            </a:xfrm>
            <a:prstGeom prst="straightConnector1">
              <a:avLst/>
            </a:prstGeom>
            <a:noFill/>
            <a:ln w="9525" cap="flat" cmpd="sng">
              <a:solidFill>
                <a:schemeClr val="accent6"/>
              </a:solidFill>
              <a:prstDash val="solid"/>
              <a:round/>
              <a:headEnd type="none" w="med" len="med"/>
              <a:tailEnd type="none" w="med" len="med"/>
            </a:ln>
          </p:spPr>
        </p:cxnSp>
        <p:cxnSp>
          <p:nvCxnSpPr>
            <p:cNvPr id="396" name="Google Shape;396;p44"/>
            <p:cNvCxnSpPr/>
            <p:nvPr/>
          </p:nvCxnSpPr>
          <p:spPr>
            <a:xfrm>
              <a:off x="-18500" y="3600767"/>
              <a:ext cx="9219900" cy="0"/>
            </a:xfrm>
            <a:prstGeom prst="straightConnector1">
              <a:avLst/>
            </a:prstGeom>
            <a:noFill/>
            <a:ln w="9525" cap="flat" cmpd="sng">
              <a:solidFill>
                <a:schemeClr val="accent6"/>
              </a:solidFill>
              <a:prstDash val="solid"/>
              <a:round/>
              <a:headEnd type="none" w="med" len="med"/>
              <a:tailEnd type="none" w="med" len="med"/>
            </a:ln>
          </p:spPr>
        </p:cxnSp>
        <p:cxnSp>
          <p:nvCxnSpPr>
            <p:cNvPr id="397" name="Google Shape;397;p44"/>
            <p:cNvCxnSpPr/>
            <p:nvPr/>
          </p:nvCxnSpPr>
          <p:spPr>
            <a:xfrm>
              <a:off x="-18500" y="3086371"/>
              <a:ext cx="9219900" cy="0"/>
            </a:xfrm>
            <a:prstGeom prst="straightConnector1">
              <a:avLst/>
            </a:prstGeom>
            <a:noFill/>
            <a:ln w="9525" cap="flat" cmpd="sng">
              <a:solidFill>
                <a:schemeClr val="accent6"/>
              </a:solidFill>
              <a:prstDash val="solid"/>
              <a:round/>
              <a:headEnd type="none" w="med" len="med"/>
              <a:tailEnd type="none" w="med" len="med"/>
            </a:ln>
          </p:spPr>
        </p:cxnSp>
        <p:cxnSp>
          <p:nvCxnSpPr>
            <p:cNvPr id="398" name="Google Shape;398;p44"/>
            <p:cNvCxnSpPr/>
            <p:nvPr/>
          </p:nvCxnSpPr>
          <p:spPr>
            <a:xfrm>
              <a:off x="-18500" y="2571976"/>
              <a:ext cx="9219900" cy="0"/>
            </a:xfrm>
            <a:prstGeom prst="straightConnector1">
              <a:avLst/>
            </a:prstGeom>
            <a:noFill/>
            <a:ln w="9525" cap="flat" cmpd="sng">
              <a:solidFill>
                <a:schemeClr val="accent6"/>
              </a:solidFill>
              <a:prstDash val="solid"/>
              <a:round/>
              <a:headEnd type="none" w="med" len="med"/>
              <a:tailEnd type="none" w="med" len="med"/>
            </a:ln>
          </p:spPr>
        </p:cxnSp>
        <p:cxnSp>
          <p:nvCxnSpPr>
            <p:cNvPr id="399" name="Google Shape;399;p44"/>
            <p:cNvCxnSpPr/>
            <p:nvPr/>
          </p:nvCxnSpPr>
          <p:spPr>
            <a:xfrm>
              <a:off x="-18500" y="2057581"/>
              <a:ext cx="9219900" cy="0"/>
            </a:xfrm>
            <a:prstGeom prst="straightConnector1">
              <a:avLst/>
            </a:prstGeom>
            <a:noFill/>
            <a:ln w="9525" cap="flat" cmpd="sng">
              <a:solidFill>
                <a:schemeClr val="accent6"/>
              </a:solidFill>
              <a:prstDash val="solid"/>
              <a:round/>
              <a:headEnd type="none" w="med" len="med"/>
              <a:tailEnd type="none" w="med" len="med"/>
            </a:ln>
          </p:spPr>
        </p:cxnSp>
        <p:cxnSp>
          <p:nvCxnSpPr>
            <p:cNvPr id="400" name="Google Shape;400;p44"/>
            <p:cNvCxnSpPr/>
            <p:nvPr/>
          </p:nvCxnSpPr>
          <p:spPr>
            <a:xfrm>
              <a:off x="-18500" y="1543186"/>
              <a:ext cx="9219900" cy="0"/>
            </a:xfrm>
            <a:prstGeom prst="straightConnector1">
              <a:avLst/>
            </a:prstGeom>
            <a:noFill/>
            <a:ln w="9525" cap="flat" cmpd="sng">
              <a:solidFill>
                <a:schemeClr val="accent6"/>
              </a:solidFill>
              <a:prstDash val="solid"/>
              <a:round/>
              <a:headEnd type="none" w="med" len="med"/>
              <a:tailEnd type="none" w="med" len="med"/>
            </a:ln>
          </p:spPr>
        </p:cxnSp>
        <p:cxnSp>
          <p:nvCxnSpPr>
            <p:cNvPr id="401" name="Google Shape;401;p44"/>
            <p:cNvCxnSpPr/>
            <p:nvPr/>
          </p:nvCxnSpPr>
          <p:spPr>
            <a:xfrm>
              <a:off x="-18500" y="514395"/>
              <a:ext cx="9219900" cy="0"/>
            </a:xfrm>
            <a:prstGeom prst="straightConnector1">
              <a:avLst/>
            </a:prstGeom>
            <a:noFill/>
            <a:ln w="9525" cap="flat" cmpd="sng">
              <a:solidFill>
                <a:schemeClr val="accent6"/>
              </a:solidFill>
              <a:prstDash val="solid"/>
              <a:round/>
              <a:headEnd type="none" w="med" len="med"/>
              <a:tailEnd type="none" w="med" len="med"/>
            </a:ln>
          </p:spPr>
        </p:cxnSp>
      </p:grpSp>
      <p:sp>
        <p:nvSpPr>
          <p:cNvPr id="402" name="Google Shape;402;p44"/>
          <p:cNvSpPr txBox="1">
            <a:spLocks noGrp="1"/>
          </p:cNvSpPr>
          <p:nvPr>
            <p:ph type="sldNum" idx="12"/>
          </p:nvPr>
        </p:nvSpPr>
        <p:spPr>
          <a:xfrm>
            <a:off x="8227975" y="217725"/>
            <a:ext cx="548700" cy="234000"/>
          </a:xfrm>
          <a:prstGeom prst="rect">
            <a:avLst/>
          </a:prstGeom>
          <a:noFill/>
          <a:ln>
            <a:noFill/>
          </a:ln>
        </p:spPr>
        <p:txBody>
          <a:bodyPr spcFirstLastPara="1" wrap="square" lIns="0" tIns="91425" rIns="0" bIns="91425" anchor="ctr" anchorCtr="0">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403" name="Google Shape;403;p44"/>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4" name="Google Shape;404;p44"/>
          <p:cNvSpPr txBox="1">
            <a:spLocks noGrp="1"/>
          </p:cNvSpPr>
          <p:nvPr>
            <p:ph type="subTitle" idx="2"/>
          </p:nvPr>
        </p:nvSpPr>
        <p:spPr>
          <a:xfrm>
            <a:off x="361975" y="732775"/>
            <a:ext cx="4163100" cy="138600"/>
          </a:xfrm>
          <a:prstGeom prst="rect">
            <a:avLst/>
          </a:prstGeom>
        </p:spPr>
        <p:txBody>
          <a:bodyPr spcFirstLastPara="1" wrap="square" lIns="0" tIns="0" rIns="0" bIns="0" anchor="b" anchorCtr="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hank you slide">
  <p:cSld name="CUSTOM_8_1">
    <p:bg>
      <p:bgPr>
        <a:solidFill>
          <a:schemeClr val="accent2"/>
        </a:solidFill>
        <a:effectLst/>
      </p:bgPr>
    </p:bg>
    <p:spTree>
      <p:nvGrpSpPr>
        <p:cNvPr id="1" name="Shape 405"/>
        <p:cNvGrpSpPr/>
        <p:nvPr/>
      </p:nvGrpSpPr>
      <p:grpSpPr>
        <a:xfrm>
          <a:off x="0" y="0"/>
          <a:ext cx="0" cy="0"/>
          <a:chOff x="0" y="0"/>
          <a:chExt cx="0" cy="0"/>
        </a:xfrm>
      </p:grpSpPr>
      <p:sp>
        <p:nvSpPr>
          <p:cNvPr id="406" name="Google Shape;406;p45"/>
          <p:cNvSpPr/>
          <p:nvPr/>
        </p:nvSpPr>
        <p:spPr>
          <a:xfrm>
            <a:off x="50" y="-300"/>
            <a:ext cx="67089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407" name="Google Shape;407;p45"/>
          <p:cNvSpPr txBox="1">
            <a:spLocks noGrp="1"/>
          </p:cNvSpPr>
          <p:nvPr>
            <p:ph type="title"/>
          </p:nvPr>
        </p:nvSpPr>
        <p:spPr>
          <a:xfrm>
            <a:off x="451472" y="2024100"/>
            <a:ext cx="4163100" cy="13725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4200">
                <a:solidFill>
                  <a:schemeClr val="dk1"/>
                </a:solidFill>
              </a:defRPr>
            </a:lvl2pPr>
            <a:lvl3pPr lvl="2">
              <a:lnSpc>
                <a:spcPct val="90000"/>
              </a:lnSpc>
              <a:spcBef>
                <a:spcPts val="0"/>
              </a:spcBef>
              <a:spcAft>
                <a:spcPts val="0"/>
              </a:spcAft>
              <a:buNone/>
              <a:defRPr sz="4200">
                <a:solidFill>
                  <a:schemeClr val="dk1"/>
                </a:solidFill>
              </a:defRPr>
            </a:lvl3pPr>
            <a:lvl4pPr lvl="3">
              <a:lnSpc>
                <a:spcPct val="90000"/>
              </a:lnSpc>
              <a:spcBef>
                <a:spcPts val="0"/>
              </a:spcBef>
              <a:spcAft>
                <a:spcPts val="0"/>
              </a:spcAft>
              <a:buNone/>
              <a:defRPr sz="4200">
                <a:solidFill>
                  <a:schemeClr val="dk1"/>
                </a:solidFill>
              </a:defRPr>
            </a:lvl4pPr>
            <a:lvl5pPr lvl="4">
              <a:lnSpc>
                <a:spcPct val="90000"/>
              </a:lnSpc>
              <a:spcBef>
                <a:spcPts val="0"/>
              </a:spcBef>
              <a:spcAft>
                <a:spcPts val="0"/>
              </a:spcAft>
              <a:buNone/>
              <a:defRPr sz="4200">
                <a:solidFill>
                  <a:schemeClr val="dk1"/>
                </a:solidFill>
              </a:defRPr>
            </a:lvl5pPr>
            <a:lvl6pPr lvl="5">
              <a:lnSpc>
                <a:spcPct val="90000"/>
              </a:lnSpc>
              <a:spcBef>
                <a:spcPts val="0"/>
              </a:spcBef>
              <a:spcAft>
                <a:spcPts val="0"/>
              </a:spcAft>
              <a:buNone/>
              <a:defRPr sz="4200">
                <a:solidFill>
                  <a:schemeClr val="dk1"/>
                </a:solidFill>
              </a:defRPr>
            </a:lvl6pPr>
            <a:lvl7pPr lvl="6">
              <a:lnSpc>
                <a:spcPct val="90000"/>
              </a:lnSpc>
              <a:spcBef>
                <a:spcPts val="0"/>
              </a:spcBef>
              <a:spcAft>
                <a:spcPts val="0"/>
              </a:spcAft>
              <a:buNone/>
              <a:defRPr sz="4200">
                <a:solidFill>
                  <a:schemeClr val="dk1"/>
                </a:solidFill>
              </a:defRPr>
            </a:lvl7pPr>
            <a:lvl8pPr lvl="7">
              <a:lnSpc>
                <a:spcPct val="90000"/>
              </a:lnSpc>
              <a:spcBef>
                <a:spcPts val="0"/>
              </a:spcBef>
              <a:spcAft>
                <a:spcPts val="0"/>
              </a:spcAft>
              <a:buNone/>
              <a:defRPr sz="4200">
                <a:solidFill>
                  <a:schemeClr val="dk1"/>
                </a:solidFill>
              </a:defRPr>
            </a:lvl8pPr>
            <a:lvl9pPr lvl="8">
              <a:lnSpc>
                <a:spcPct val="90000"/>
              </a:lnSpc>
              <a:spcBef>
                <a:spcPts val="0"/>
              </a:spcBef>
              <a:spcAft>
                <a:spcPts val="0"/>
              </a:spcAft>
              <a:buNone/>
              <a:defRPr sz="4200">
                <a:solidFill>
                  <a:schemeClr val="dk1"/>
                </a:solidFill>
              </a:defRPr>
            </a:lvl9pPr>
          </a:lstStyle>
          <a:p>
            <a:endParaRPr/>
          </a:p>
        </p:txBody>
      </p:sp>
      <p:sp>
        <p:nvSpPr>
          <p:cNvPr id="408" name="Google Shape;408;p45"/>
          <p:cNvSpPr txBox="1">
            <a:spLocks noGrp="1"/>
          </p:cNvSpPr>
          <p:nvPr>
            <p:ph type="subTitle" idx="1"/>
          </p:nvPr>
        </p:nvSpPr>
        <p:spPr>
          <a:xfrm>
            <a:off x="451475" y="3776250"/>
            <a:ext cx="4163100" cy="426900"/>
          </a:xfrm>
          <a:prstGeom prst="rect">
            <a:avLst/>
          </a:prstGeom>
        </p:spPr>
        <p:txBody>
          <a:bodyPr spcFirstLastPara="1" wrap="square" lIns="0" tIns="0" rIns="0" bIns="0" anchor="t" anchorCtr="0">
            <a:noAutofit/>
          </a:bodyPr>
          <a:lstStyle>
            <a:lvl1pPr lvl="0">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09"/>
        <p:cNvGrpSpPr/>
        <p:nvPr/>
      </p:nvGrpSpPr>
      <p:grpSpPr>
        <a:xfrm>
          <a:off x="0" y="0"/>
          <a:ext cx="0" cy="0"/>
          <a:chOff x="0" y="0"/>
          <a:chExt cx="0" cy="0"/>
        </a:xfrm>
      </p:grpSpPr>
      <p:sp>
        <p:nvSpPr>
          <p:cNvPr id="410" name="Google Shape;410;p46"/>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411" name="Google Shape;411;p46"/>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412"/>
        <p:cNvGrpSpPr/>
        <p:nvPr/>
      </p:nvGrpSpPr>
      <p:grpSpPr>
        <a:xfrm>
          <a:off x="0" y="0"/>
          <a:ext cx="0" cy="0"/>
          <a:chOff x="0" y="0"/>
          <a:chExt cx="0" cy="0"/>
        </a:xfrm>
      </p:grpSpPr>
      <p:sp>
        <p:nvSpPr>
          <p:cNvPr id="413" name="Google Shape;413;p4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414"/>
        <p:cNvGrpSpPr/>
        <p:nvPr/>
      </p:nvGrpSpPr>
      <p:grpSpPr>
        <a:xfrm>
          <a:off x="0" y="0"/>
          <a:ext cx="0" cy="0"/>
          <a:chOff x="0" y="0"/>
          <a:chExt cx="0" cy="0"/>
        </a:xfrm>
      </p:grpSpPr>
      <p:sp>
        <p:nvSpPr>
          <p:cNvPr id="415" name="Google Shape;415;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6" name="Google Shape;416;p4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417"/>
        <p:cNvGrpSpPr/>
        <p:nvPr/>
      </p:nvGrpSpPr>
      <p:grpSpPr>
        <a:xfrm>
          <a:off x="0" y="0"/>
          <a:ext cx="0" cy="0"/>
          <a:chOff x="0" y="0"/>
          <a:chExt cx="0" cy="0"/>
        </a:xfrm>
      </p:grpSpPr>
      <p:sp>
        <p:nvSpPr>
          <p:cNvPr id="418" name="Google Shape;418;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9" name="Google Shape;419;p49"/>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20" name="Google Shape;420;p49"/>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21"/>
        <p:cNvGrpSpPr/>
        <p:nvPr/>
      </p:nvGrpSpPr>
      <p:grpSpPr>
        <a:xfrm>
          <a:off x="0" y="0"/>
          <a:ext cx="0" cy="0"/>
          <a:chOff x="0" y="0"/>
          <a:chExt cx="0" cy="0"/>
        </a:xfrm>
      </p:grpSpPr>
      <p:sp>
        <p:nvSpPr>
          <p:cNvPr id="422" name="Google Shape;422;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23"/>
        <p:cNvGrpSpPr/>
        <p:nvPr/>
      </p:nvGrpSpPr>
      <p:grpSpPr>
        <a:xfrm>
          <a:off x="0" y="0"/>
          <a:ext cx="0" cy="0"/>
          <a:chOff x="0" y="0"/>
          <a:chExt cx="0" cy="0"/>
        </a:xfrm>
      </p:grpSpPr>
      <p:sp>
        <p:nvSpPr>
          <p:cNvPr id="424" name="Google Shape;424;p51"/>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25" name="Google Shape;425;p51"/>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26"/>
        <p:cNvGrpSpPr/>
        <p:nvPr/>
      </p:nvGrpSpPr>
      <p:grpSpPr>
        <a:xfrm>
          <a:off x="0" y="0"/>
          <a:ext cx="0" cy="0"/>
          <a:chOff x="0" y="0"/>
          <a:chExt cx="0" cy="0"/>
        </a:xfrm>
      </p:grpSpPr>
      <p:sp>
        <p:nvSpPr>
          <p:cNvPr id="427" name="Google Shape;427;p52"/>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28"/>
        <p:cNvGrpSpPr/>
        <p:nvPr/>
      </p:nvGrpSpPr>
      <p:grpSpPr>
        <a:xfrm>
          <a:off x="0" y="0"/>
          <a:ext cx="0" cy="0"/>
          <a:chOff x="0" y="0"/>
          <a:chExt cx="0" cy="0"/>
        </a:xfrm>
      </p:grpSpPr>
      <p:sp>
        <p:nvSpPr>
          <p:cNvPr id="429" name="Google Shape;429;p53"/>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30" name="Google Shape;430;p53"/>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431" name="Google Shape;431;p53"/>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32"/>
        <p:cNvGrpSpPr/>
        <p:nvPr/>
      </p:nvGrpSpPr>
      <p:grpSpPr>
        <a:xfrm>
          <a:off x="0" y="0"/>
          <a:ext cx="0" cy="0"/>
          <a:chOff x="0" y="0"/>
          <a:chExt cx="0" cy="0"/>
        </a:xfrm>
      </p:grpSpPr>
      <p:sp>
        <p:nvSpPr>
          <p:cNvPr id="433" name="Google Shape;433;p54"/>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200"/>
              <a:buNone/>
              <a:defRPr/>
            </a:lvl1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34"/>
        <p:cNvGrpSpPr/>
        <p:nvPr/>
      </p:nvGrpSpPr>
      <p:grpSpPr>
        <a:xfrm>
          <a:off x="0" y="0"/>
          <a:ext cx="0" cy="0"/>
          <a:chOff x="0" y="0"/>
          <a:chExt cx="0" cy="0"/>
        </a:xfrm>
      </p:grpSpPr>
      <p:sp>
        <p:nvSpPr>
          <p:cNvPr id="435" name="Google Shape;435;p55"/>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6" name="Google Shape;436;p55"/>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37"/>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438"/>
        <p:cNvGrpSpPr/>
        <p:nvPr/>
      </p:nvGrpSpPr>
      <p:grpSpPr>
        <a:xfrm>
          <a:off x="0" y="0"/>
          <a:ext cx="0" cy="0"/>
          <a:chOff x="0" y="0"/>
          <a:chExt cx="0" cy="0"/>
        </a:xfrm>
      </p:grpSpPr>
      <p:sp>
        <p:nvSpPr>
          <p:cNvPr id="439" name="Google Shape;439;p57"/>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0" name="Google Shape;440;p57"/>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41" name="Google Shape;441;p57"/>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42" name="Google Shape;442;p57"/>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43" name="Google Shape;443;p57"/>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44" name="Google Shape;444;p57"/>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45" name="Google Shape;445;p57"/>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446"/>
        <p:cNvGrpSpPr/>
        <p:nvPr/>
      </p:nvGrpSpPr>
      <p:grpSpPr>
        <a:xfrm>
          <a:off x="0" y="0"/>
          <a:ext cx="0" cy="0"/>
          <a:chOff x="0" y="0"/>
          <a:chExt cx="0" cy="0"/>
        </a:xfrm>
      </p:grpSpPr>
      <p:sp>
        <p:nvSpPr>
          <p:cNvPr id="447" name="Google Shape;447;p5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8" name="Google Shape;448;p58"/>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49" name="Google Shape;449;p58"/>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450"/>
        <p:cNvGrpSpPr/>
        <p:nvPr/>
      </p:nvGrpSpPr>
      <p:grpSpPr>
        <a:xfrm>
          <a:off x="0" y="0"/>
          <a:ext cx="0" cy="0"/>
          <a:chOff x="0" y="0"/>
          <a:chExt cx="0" cy="0"/>
        </a:xfrm>
      </p:grpSpPr>
      <p:sp>
        <p:nvSpPr>
          <p:cNvPr id="451" name="Google Shape;451;p59"/>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452" name="Google Shape;452;p59"/>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53" name="Google Shape;453;p59"/>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54" name="Google Shape;454;p59"/>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55" name="Google Shape;455;p59"/>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456"/>
        <p:cNvGrpSpPr/>
        <p:nvPr/>
      </p:nvGrpSpPr>
      <p:grpSpPr>
        <a:xfrm>
          <a:off x="0" y="0"/>
          <a:ext cx="0" cy="0"/>
          <a:chOff x="0" y="0"/>
          <a:chExt cx="0" cy="0"/>
        </a:xfrm>
      </p:grpSpPr>
      <p:sp>
        <p:nvSpPr>
          <p:cNvPr id="457" name="Google Shape;457;p60"/>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58" name="Google Shape;458;p60"/>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59" name="Google Shape;459;p60"/>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460" name="Google Shape;460;p60"/>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61" name="Google Shape;461;p60"/>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62" name="Google Shape;462;p60"/>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63" name="Google Shape;463;p60"/>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464"/>
        <p:cNvGrpSpPr/>
        <p:nvPr/>
      </p:nvGrpSpPr>
      <p:grpSpPr>
        <a:xfrm>
          <a:off x="0" y="0"/>
          <a:ext cx="0" cy="0"/>
          <a:chOff x="0" y="0"/>
          <a:chExt cx="0" cy="0"/>
        </a:xfrm>
      </p:grpSpPr>
      <p:sp>
        <p:nvSpPr>
          <p:cNvPr id="465" name="Google Shape;465;p61"/>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66" name="Google Shape;466;p61"/>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67" name="Google Shape;467;p61"/>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68" name="Google Shape;468;p61"/>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69" name="Google Shape;469;p61"/>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470" name="Google Shape;470;p61"/>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71" name="Google Shape;471;p61"/>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72" name="Google Shape;472;p61"/>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73" name="Google Shape;473;p61"/>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474"/>
        <p:cNvGrpSpPr/>
        <p:nvPr/>
      </p:nvGrpSpPr>
      <p:grpSpPr>
        <a:xfrm>
          <a:off x="0" y="0"/>
          <a:ext cx="0" cy="0"/>
          <a:chOff x="0" y="0"/>
          <a:chExt cx="0" cy="0"/>
        </a:xfrm>
      </p:grpSpPr>
      <p:sp>
        <p:nvSpPr>
          <p:cNvPr id="475" name="Google Shape;475;p6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6" name="Google Shape;476;p62"/>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477"/>
        <p:cNvGrpSpPr/>
        <p:nvPr/>
      </p:nvGrpSpPr>
      <p:grpSpPr>
        <a:xfrm>
          <a:off x="0" y="0"/>
          <a:ext cx="0" cy="0"/>
          <a:chOff x="0" y="0"/>
          <a:chExt cx="0" cy="0"/>
        </a:xfrm>
      </p:grpSpPr>
      <p:sp>
        <p:nvSpPr>
          <p:cNvPr id="478" name="Google Shape;478;p63"/>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79" name="Google Shape;479;p63"/>
          <p:cNvSpPr>
            <a:spLocks noGrp="1"/>
          </p:cNvSpPr>
          <p:nvPr>
            <p:ph type="pic" idx="2"/>
          </p:nvPr>
        </p:nvSpPr>
        <p:spPr>
          <a:xfrm>
            <a:off x="4804825" y="1133300"/>
            <a:ext cx="4027500" cy="2392800"/>
          </a:xfrm>
          <a:prstGeom prst="rect">
            <a:avLst/>
          </a:prstGeom>
          <a:noFill/>
          <a:ln>
            <a:noFill/>
          </a:ln>
        </p:spPr>
      </p:sp>
      <p:sp>
        <p:nvSpPr>
          <p:cNvPr id="480" name="Google Shape;480;p63"/>
          <p:cNvSpPr>
            <a:spLocks noGrp="1"/>
          </p:cNvSpPr>
          <p:nvPr>
            <p:ph type="pic" idx="3"/>
          </p:nvPr>
        </p:nvSpPr>
        <p:spPr>
          <a:xfrm>
            <a:off x="311725" y="1133300"/>
            <a:ext cx="4027500" cy="2392800"/>
          </a:xfrm>
          <a:prstGeom prst="rect">
            <a:avLst/>
          </a:prstGeom>
          <a:noFill/>
          <a:ln>
            <a:noFill/>
          </a:ln>
        </p:spPr>
      </p:sp>
      <p:sp>
        <p:nvSpPr>
          <p:cNvPr id="481" name="Google Shape;481;p63"/>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82" name="Google Shape;482;p6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3" name="Google Shape;483;p63"/>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84" name="Google Shape;484;p63"/>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485"/>
        <p:cNvGrpSpPr/>
        <p:nvPr/>
      </p:nvGrpSpPr>
      <p:grpSpPr>
        <a:xfrm>
          <a:off x="0" y="0"/>
          <a:ext cx="0" cy="0"/>
          <a:chOff x="0" y="0"/>
          <a:chExt cx="0" cy="0"/>
        </a:xfrm>
      </p:grpSpPr>
      <p:sp>
        <p:nvSpPr>
          <p:cNvPr id="486" name="Google Shape;486;p64"/>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87" name="Google Shape;487;p64"/>
          <p:cNvSpPr>
            <a:spLocks noGrp="1"/>
          </p:cNvSpPr>
          <p:nvPr>
            <p:ph type="pic" idx="2"/>
          </p:nvPr>
        </p:nvSpPr>
        <p:spPr>
          <a:xfrm>
            <a:off x="6205225" y="1128325"/>
            <a:ext cx="2627100" cy="2273100"/>
          </a:xfrm>
          <a:prstGeom prst="rect">
            <a:avLst/>
          </a:prstGeom>
          <a:noFill/>
          <a:ln>
            <a:noFill/>
          </a:ln>
        </p:spPr>
      </p:sp>
      <p:sp>
        <p:nvSpPr>
          <p:cNvPr id="488" name="Google Shape;488;p64"/>
          <p:cNvSpPr>
            <a:spLocks noGrp="1"/>
          </p:cNvSpPr>
          <p:nvPr>
            <p:ph type="pic" idx="3"/>
          </p:nvPr>
        </p:nvSpPr>
        <p:spPr>
          <a:xfrm>
            <a:off x="311725" y="1128325"/>
            <a:ext cx="2627100" cy="2273100"/>
          </a:xfrm>
          <a:prstGeom prst="rect">
            <a:avLst/>
          </a:prstGeom>
          <a:noFill/>
          <a:ln>
            <a:noFill/>
          </a:ln>
        </p:spPr>
      </p:sp>
      <p:sp>
        <p:nvSpPr>
          <p:cNvPr id="489" name="Google Shape;489;p64"/>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90" name="Google Shape;490;p64"/>
          <p:cNvSpPr>
            <a:spLocks noGrp="1"/>
          </p:cNvSpPr>
          <p:nvPr>
            <p:ph type="pic" idx="5"/>
          </p:nvPr>
        </p:nvSpPr>
        <p:spPr>
          <a:xfrm>
            <a:off x="3255250" y="1128325"/>
            <a:ext cx="2627100" cy="2273100"/>
          </a:xfrm>
          <a:prstGeom prst="rect">
            <a:avLst/>
          </a:prstGeom>
          <a:noFill/>
          <a:ln>
            <a:noFill/>
          </a:ln>
        </p:spPr>
      </p:sp>
      <p:sp>
        <p:nvSpPr>
          <p:cNvPr id="491" name="Google Shape;491;p64"/>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92" name="Google Shape;492;p6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3" name="Google Shape;493;p64"/>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94" name="Google Shape;494;p64"/>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95" name="Google Shape;495;p64"/>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496"/>
        <p:cNvGrpSpPr/>
        <p:nvPr/>
      </p:nvGrpSpPr>
      <p:grpSpPr>
        <a:xfrm>
          <a:off x="0" y="0"/>
          <a:ext cx="0" cy="0"/>
          <a:chOff x="0" y="0"/>
          <a:chExt cx="0" cy="0"/>
        </a:xfrm>
      </p:grpSpPr>
      <p:sp>
        <p:nvSpPr>
          <p:cNvPr id="497" name="Google Shape;497;p65"/>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498"/>
        <p:cNvGrpSpPr/>
        <p:nvPr/>
      </p:nvGrpSpPr>
      <p:grpSpPr>
        <a:xfrm>
          <a:off x="0" y="0"/>
          <a:ext cx="0" cy="0"/>
          <a:chOff x="0" y="0"/>
          <a:chExt cx="0" cy="0"/>
        </a:xfrm>
      </p:grpSpPr>
      <p:sp>
        <p:nvSpPr>
          <p:cNvPr id="499" name="Google Shape;499;p66"/>
          <p:cNvSpPr>
            <a:spLocks noGrp="1"/>
          </p:cNvSpPr>
          <p:nvPr>
            <p:ph type="pic" idx="2"/>
          </p:nvPr>
        </p:nvSpPr>
        <p:spPr>
          <a:xfrm>
            <a:off x="3389600" y="118913"/>
            <a:ext cx="1643700" cy="1535100"/>
          </a:xfrm>
          <a:prstGeom prst="rect">
            <a:avLst/>
          </a:prstGeom>
          <a:noFill/>
          <a:ln>
            <a:noFill/>
          </a:ln>
        </p:spPr>
      </p:sp>
      <p:sp>
        <p:nvSpPr>
          <p:cNvPr id="500" name="Google Shape;500;p66"/>
          <p:cNvSpPr>
            <a:spLocks noGrp="1"/>
          </p:cNvSpPr>
          <p:nvPr>
            <p:ph type="pic" idx="3"/>
          </p:nvPr>
        </p:nvSpPr>
        <p:spPr>
          <a:xfrm>
            <a:off x="5195935" y="118913"/>
            <a:ext cx="1643700" cy="1535100"/>
          </a:xfrm>
          <a:prstGeom prst="rect">
            <a:avLst/>
          </a:prstGeom>
          <a:noFill/>
          <a:ln>
            <a:noFill/>
          </a:ln>
        </p:spPr>
      </p:sp>
      <p:sp>
        <p:nvSpPr>
          <p:cNvPr id="501" name="Google Shape;501;p66"/>
          <p:cNvSpPr>
            <a:spLocks noGrp="1"/>
          </p:cNvSpPr>
          <p:nvPr>
            <p:ph type="pic" idx="4"/>
          </p:nvPr>
        </p:nvSpPr>
        <p:spPr>
          <a:xfrm>
            <a:off x="7002270" y="118913"/>
            <a:ext cx="1643700" cy="1535100"/>
          </a:xfrm>
          <a:prstGeom prst="rect">
            <a:avLst/>
          </a:prstGeom>
          <a:noFill/>
          <a:ln>
            <a:noFill/>
          </a:ln>
        </p:spPr>
      </p:sp>
      <p:sp>
        <p:nvSpPr>
          <p:cNvPr id="502" name="Google Shape;502;p66"/>
          <p:cNvSpPr>
            <a:spLocks noGrp="1"/>
          </p:cNvSpPr>
          <p:nvPr>
            <p:ph type="pic" idx="5"/>
          </p:nvPr>
        </p:nvSpPr>
        <p:spPr>
          <a:xfrm>
            <a:off x="3389588" y="1804212"/>
            <a:ext cx="1643700" cy="1535100"/>
          </a:xfrm>
          <a:prstGeom prst="rect">
            <a:avLst/>
          </a:prstGeom>
          <a:noFill/>
          <a:ln>
            <a:noFill/>
          </a:ln>
        </p:spPr>
      </p:sp>
      <p:sp>
        <p:nvSpPr>
          <p:cNvPr id="503" name="Google Shape;503;p66"/>
          <p:cNvSpPr>
            <a:spLocks noGrp="1"/>
          </p:cNvSpPr>
          <p:nvPr>
            <p:ph type="pic" idx="6"/>
          </p:nvPr>
        </p:nvSpPr>
        <p:spPr>
          <a:xfrm>
            <a:off x="5195922" y="1804212"/>
            <a:ext cx="1643700" cy="1535100"/>
          </a:xfrm>
          <a:prstGeom prst="rect">
            <a:avLst/>
          </a:prstGeom>
          <a:noFill/>
          <a:ln>
            <a:noFill/>
          </a:ln>
        </p:spPr>
      </p:sp>
      <p:sp>
        <p:nvSpPr>
          <p:cNvPr id="504" name="Google Shape;504;p66"/>
          <p:cNvSpPr>
            <a:spLocks noGrp="1"/>
          </p:cNvSpPr>
          <p:nvPr>
            <p:ph type="pic" idx="7"/>
          </p:nvPr>
        </p:nvSpPr>
        <p:spPr>
          <a:xfrm>
            <a:off x="7002257" y="1804212"/>
            <a:ext cx="1643700" cy="1535100"/>
          </a:xfrm>
          <a:prstGeom prst="rect">
            <a:avLst/>
          </a:prstGeom>
          <a:noFill/>
          <a:ln>
            <a:noFill/>
          </a:ln>
        </p:spPr>
      </p:sp>
      <p:sp>
        <p:nvSpPr>
          <p:cNvPr id="505" name="Google Shape;505;p66"/>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6" name="Google Shape;506;p66"/>
          <p:cNvSpPr>
            <a:spLocks noGrp="1"/>
          </p:cNvSpPr>
          <p:nvPr>
            <p:ph type="pic" idx="8"/>
          </p:nvPr>
        </p:nvSpPr>
        <p:spPr>
          <a:xfrm>
            <a:off x="3389588" y="3489487"/>
            <a:ext cx="1643700" cy="1535100"/>
          </a:xfrm>
          <a:prstGeom prst="rect">
            <a:avLst/>
          </a:prstGeom>
          <a:noFill/>
          <a:ln>
            <a:noFill/>
          </a:ln>
        </p:spPr>
      </p:sp>
      <p:sp>
        <p:nvSpPr>
          <p:cNvPr id="507" name="Google Shape;507;p66"/>
          <p:cNvSpPr>
            <a:spLocks noGrp="1"/>
          </p:cNvSpPr>
          <p:nvPr>
            <p:ph type="pic" idx="9"/>
          </p:nvPr>
        </p:nvSpPr>
        <p:spPr>
          <a:xfrm>
            <a:off x="5195922" y="3489487"/>
            <a:ext cx="1643700" cy="1535100"/>
          </a:xfrm>
          <a:prstGeom prst="rect">
            <a:avLst/>
          </a:prstGeom>
          <a:noFill/>
          <a:ln>
            <a:noFill/>
          </a:ln>
        </p:spPr>
      </p:sp>
      <p:sp>
        <p:nvSpPr>
          <p:cNvPr id="508" name="Google Shape;508;p66"/>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361850" y="2004025"/>
            <a:ext cx="5627400" cy="2547300"/>
          </a:xfrm>
          <a:prstGeom prst="rect">
            <a:avLst/>
          </a:prstGeom>
          <a:noFill/>
          <a:ln>
            <a:noFill/>
          </a:ln>
        </p:spPr>
        <p:txBody>
          <a:bodyPr spcFirstLastPara="1" wrap="square" lIns="91425" tIns="91425" rIns="91425" bIns="91425" anchor="t" anchorCtr="0">
            <a:spAutoFit/>
          </a:bodyPr>
          <a:lstStyle>
            <a:lvl1pPr marL="457200" lvl="0" indent="-304800">
              <a:lnSpc>
                <a:spcPct val="115000"/>
              </a:lnSpc>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marL="914400" lvl="1" indent="-304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marL="1371600" lvl="2" indent="-304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marL="1828800" lvl="3" indent="-304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marL="2286000" lvl="4" indent="-304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marL="2743200" lvl="5" indent="-304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marL="3200400" lvl="6" indent="-304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marL="3657600" lvl="7" indent="-304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marL="4114800" lvl="8" indent="-304800">
              <a:lnSpc>
                <a:spcPct val="115000"/>
              </a:lnSpc>
              <a:spcBef>
                <a:spcPts val="800"/>
              </a:spcBef>
              <a:spcAft>
                <a:spcPts val="800"/>
              </a:spcAft>
              <a:buClr>
                <a:schemeClr val="lt1"/>
              </a:buClr>
              <a:buSzPts val="1200"/>
              <a:buFont typeface="DM Sans"/>
              <a:buChar char="■"/>
              <a:defRPr sz="1200">
                <a:solidFill>
                  <a:schemeClr val="lt1"/>
                </a:solidFill>
                <a:latin typeface="DM Sans"/>
                <a:ea typeface="DM Sans"/>
                <a:cs typeface="DM Sans"/>
                <a:sym typeface="DM Sans"/>
              </a:defRPr>
            </a:lvl9pPr>
          </a:lstStyle>
          <a:p>
            <a:endParaRPr/>
          </a:p>
        </p:txBody>
      </p:sp>
      <p:sp>
        <p:nvSpPr>
          <p:cNvPr id="52" name="Google Shape;52;p13"/>
          <p:cNvSpPr txBox="1">
            <a:spLocks noGrp="1"/>
          </p:cNvSpPr>
          <p:nvPr>
            <p:ph type="title"/>
          </p:nvPr>
        </p:nvSpPr>
        <p:spPr>
          <a:xfrm>
            <a:off x="438150" y="524575"/>
            <a:ext cx="5433000" cy="90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3000"/>
              <a:buFont typeface="Newsreader"/>
              <a:buNone/>
              <a:defRPr sz="3000">
                <a:solidFill>
                  <a:schemeClr val="lt1"/>
                </a:solidFill>
                <a:latin typeface="Newsreader"/>
                <a:ea typeface="Newsreader"/>
                <a:cs typeface="Newsreader"/>
                <a:sym typeface="Newsread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13"/>
          <p:cNvSpPr txBox="1">
            <a:spLocks noGrp="1"/>
          </p:cNvSpPr>
          <p:nvPr>
            <p:ph type="body" idx="2"/>
          </p:nvPr>
        </p:nvSpPr>
        <p:spPr>
          <a:xfrm>
            <a:off x="4700200" y="1614100"/>
            <a:ext cx="3756600" cy="25473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marL="914400" lvl="1" indent="-30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marL="1371600" lvl="2" indent="-30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marL="1828800" lvl="3" indent="-30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marL="2286000" lvl="4" indent="-30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marL="2743200" lvl="5" indent="-30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marL="3200400" lvl="6" indent="-30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marL="3657600" lvl="7" indent="-30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marL="4114800" lvl="8" indent="-30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6.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8.xml"/><Relationship Id="rId5" Type="http://schemas.openxmlformats.org/officeDocument/2006/relationships/image" Target="../media/image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9.xml"/><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2.xml"/><Relationship Id="rId6" Type="http://schemas.openxmlformats.org/officeDocument/2006/relationships/image" Target="../media/image18.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pic>
        <p:nvPicPr>
          <p:cNvPr id="513" name="Google Shape;513;p67"/>
          <p:cNvPicPr preferRelativeResize="0"/>
          <p:nvPr/>
        </p:nvPicPr>
        <p:blipFill rotWithShape="1">
          <a:blip r:embed="rId3">
            <a:alphaModFix/>
          </a:blip>
          <a:srcRect/>
          <a:stretch/>
        </p:blipFill>
        <p:spPr>
          <a:xfrm>
            <a:off x="6089904" y="0"/>
            <a:ext cx="3044952" cy="5143501"/>
          </a:xfrm>
          <a:prstGeom prst="rect">
            <a:avLst/>
          </a:prstGeom>
          <a:noFill/>
          <a:ln>
            <a:noFill/>
          </a:ln>
        </p:spPr>
      </p:pic>
      <p:sp>
        <p:nvSpPr>
          <p:cNvPr id="514" name="Google Shape;514;p67"/>
          <p:cNvSpPr txBox="1">
            <a:spLocks noGrp="1"/>
          </p:cNvSpPr>
          <p:nvPr>
            <p:ph type="title"/>
          </p:nvPr>
        </p:nvSpPr>
        <p:spPr>
          <a:xfrm>
            <a:off x="1224595" y="923525"/>
            <a:ext cx="3860100" cy="121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All Ports Tours</a:t>
            </a:r>
            <a:endParaRPr/>
          </a:p>
          <a:p>
            <a:pPr marL="0" lvl="0" indent="0" algn="ctr" rtl="0">
              <a:spcBef>
                <a:spcPts val="0"/>
              </a:spcBef>
              <a:spcAft>
                <a:spcPts val="0"/>
              </a:spcAft>
              <a:buNone/>
            </a:pPr>
            <a:endParaRPr sz="1400"/>
          </a:p>
          <a:p>
            <a:pPr marL="0" lvl="0" indent="0" algn="ctr" rtl="0">
              <a:spcBef>
                <a:spcPts val="0"/>
              </a:spcBef>
              <a:spcAft>
                <a:spcPts val="0"/>
              </a:spcAft>
              <a:buNone/>
            </a:pPr>
            <a:r>
              <a:rPr lang="en" sz="3000"/>
              <a:t>Executive Briefing</a:t>
            </a:r>
            <a:endParaRPr sz="3000"/>
          </a:p>
        </p:txBody>
      </p:sp>
      <p:sp>
        <p:nvSpPr>
          <p:cNvPr id="515" name="Google Shape;515;p67"/>
          <p:cNvSpPr txBox="1">
            <a:spLocks noGrp="1"/>
          </p:cNvSpPr>
          <p:nvPr>
            <p:ph type="subTitle" idx="1"/>
          </p:nvPr>
        </p:nvSpPr>
        <p:spPr>
          <a:xfrm>
            <a:off x="1224595" y="255533"/>
            <a:ext cx="3860100" cy="37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Finals-XX</a:t>
            </a:r>
            <a:endParaRPr/>
          </a:p>
        </p:txBody>
      </p:sp>
      <p:sp>
        <p:nvSpPr>
          <p:cNvPr id="516" name="Google Shape;516;p67"/>
          <p:cNvSpPr txBox="1">
            <a:spLocks noGrp="1"/>
          </p:cNvSpPr>
          <p:nvPr>
            <p:ph type="body" idx="3"/>
          </p:nvPr>
        </p:nvSpPr>
        <p:spPr>
          <a:xfrm>
            <a:off x="1410195" y="3337797"/>
            <a:ext cx="3492600" cy="132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All Ports Tours Security Assessment Re-Briefing</a:t>
            </a:r>
            <a:endParaRPr/>
          </a:p>
        </p:txBody>
      </p:sp>
      <p:pic>
        <p:nvPicPr>
          <p:cNvPr id="517" name="Google Shape;517;p67"/>
          <p:cNvPicPr preferRelativeResize="0"/>
          <p:nvPr/>
        </p:nvPicPr>
        <p:blipFill>
          <a:blip r:embed="rId4">
            <a:alphaModFix/>
          </a:blip>
          <a:stretch>
            <a:fillRect/>
          </a:stretch>
        </p:blipFill>
        <p:spPr>
          <a:xfrm>
            <a:off x="6614138" y="487129"/>
            <a:ext cx="1996452" cy="1996452"/>
          </a:xfrm>
          <a:prstGeom prst="rect">
            <a:avLst/>
          </a:prstGeom>
          <a:noFill/>
          <a:ln>
            <a:noFill/>
          </a:ln>
          <a:effectLst>
            <a:outerShdw blurRad="28575" dist="9525" dir="5400000" algn="bl" rotWithShape="0">
              <a:schemeClr val="accent6">
                <a:alpha val="40000"/>
              </a:scheme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68"/>
          <p:cNvSpPr/>
          <p:nvPr/>
        </p:nvSpPr>
        <p:spPr>
          <a:xfrm>
            <a:off x="2510082" y="0"/>
            <a:ext cx="64647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DM Sans"/>
              <a:ea typeface="DM Sans"/>
              <a:cs typeface="DM Sans"/>
              <a:sym typeface="DM Sans"/>
            </a:endParaRPr>
          </a:p>
        </p:txBody>
      </p:sp>
      <p:sp>
        <p:nvSpPr>
          <p:cNvPr id="523" name="Google Shape;523;p68"/>
          <p:cNvSpPr txBox="1">
            <a:spLocks noGrp="1"/>
          </p:cNvSpPr>
          <p:nvPr>
            <p:ph type="subTitle" idx="6"/>
          </p:nvPr>
        </p:nvSpPr>
        <p:spPr>
          <a:xfrm>
            <a:off x="6735213" y="4413085"/>
            <a:ext cx="2321700" cy="1878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1000">
                <a:solidFill>
                  <a:schemeClr val="accent2"/>
                </a:solidFill>
                <a:latin typeface="DM Sans Light"/>
                <a:ea typeface="DM Sans Light"/>
                <a:cs typeface="DM Sans Light"/>
                <a:sym typeface="DM Sans Light"/>
              </a:rPr>
              <a:t>Cloud &amp; AI Specialist</a:t>
            </a:r>
            <a:endParaRPr/>
          </a:p>
          <a:p>
            <a:pPr marL="0" lvl="0" indent="0" algn="ctr" rtl="0">
              <a:spcBef>
                <a:spcPts val="0"/>
              </a:spcBef>
              <a:spcAft>
                <a:spcPts val="0"/>
              </a:spcAft>
              <a:buNone/>
            </a:pPr>
            <a:r>
              <a:rPr lang="en"/>
              <a:t>Colin Harrison</a:t>
            </a:r>
            <a:endParaRPr/>
          </a:p>
        </p:txBody>
      </p:sp>
      <p:pic>
        <p:nvPicPr>
          <p:cNvPr id="524" name="Google Shape;524;p68" descr="Profile photo of Colin Harrison"/>
          <p:cNvPicPr preferRelativeResize="0"/>
          <p:nvPr/>
        </p:nvPicPr>
        <p:blipFill>
          <a:blip r:embed="rId3">
            <a:alphaModFix/>
          </a:blip>
          <a:stretch>
            <a:fillRect/>
          </a:stretch>
        </p:blipFill>
        <p:spPr>
          <a:xfrm>
            <a:off x="7135586" y="2847853"/>
            <a:ext cx="1520953" cy="1517904"/>
          </a:xfrm>
          <a:prstGeom prst="rect">
            <a:avLst/>
          </a:prstGeom>
          <a:noFill/>
          <a:ln>
            <a:noFill/>
          </a:ln>
        </p:spPr>
      </p:pic>
      <p:pic>
        <p:nvPicPr>
          <p:cNvPr id="525" name="Google Shape;525;p68" descr="Drew Levy"/>
          <p:cNvPicPr preferRelativeResize="0"/>
          <p:nvPr/>
        </p:nvPicPr>
        <p:blipFill>
          <a:blip r:embed="rId4">
            <a:alphaModFix/>
          </a:blip>
          <a:stretch>
            <a:fillRect/>
          </a:stretch>
        </p:blipFill>
        <p:spPr>
          <a:xfrm>
            <a:off x="7132320" y="601450"/>
            <a:ext cx="1517904" cy="1516832"/>
          </a:xfrm>
          <a:prstGeom prst="rect">
            <a:avLst/>
          </a:prstGeom>
          <a:noFill/>
          <a:ln>
            <a:noFill/>
          </a:ln>
        </p:spPr>
      </p:pic>
      <p:sp>
        <p:nvSpPr>
          <p:cNvPr id="526" name="Google Shape;526;p68"/>
          <p:cNvSpPr txBox="1">
            <a:spLocks noGrp="1"/>
          </p:cNvSpPr>
          <p:nvPr>
            <p:ph type="subTitle" idx="6"/>
          </p:nvPr>
        </p:nvSpPr>
        <p:spPr>
          <a:xfrm>
            <a:off x="6735213" y="2193926"/>
            <a:ext cx="2321700" cy="1878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1000">
                <a:solidFill>
                  <a:schemeClr val="accent2"/>
                </a:solidFill>
                <a:latin typeface="DM Sans Light"/>
                <a:ea typeface="DM Sans Light"/>
                <a:cs typeface="DM Sans Light"/>
                <a:sym typeface="DM Sans Light"/>
              </a:rPr>
              <a:t>Active Directory Specialist</a:t>
            </a:r>
            <a:endParaRPr/>
          </a:p>
          <a:p>
            <a:pPr marL="0" lvl="0" indent="0" algn="ctr" rtl="0">
              <a:spcBef>
                <a:spcPts val="0"/>
              </a:spcBef>
              <a:spcAft>
                <a:spcPts val="0"/>
              </a:spcAft>
              <a:buNone/>
            </a:pPr>
            <a:r>
              <a:rPr lang="en"/>
              <a:t>Drew Levy</a:t>
            </a:r>
            <a:endParaRPr/>
          </a:p>
        </p:txBody>
      </p:sp>
      <p:sp>
        <p:nvSpPr>
          <p:cNvPr id="527" name="Google Shape;527;p68"/>
          <p:cNvSpPr txBox="1">
            <a:spLocks noGrp="1"/>
          </p:cNvSpPr>
          <p:nvPr>
            <p:ph type="subTitle" idx="1"/>
          </p:nvPr>
        </p:nvSpPr>
        <p:spPr>
          <a:xfrm>
            <a:off x="4581582" y="4413073"/>
            <a:ext cx="2321700" cy="1878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1000">
                <a:solidFill>
                  <a:schemeClr val="accent2"/>
                </a:solidFill>
                <a:latin typeface="DM Sans Light"/>
                <a:ea typeface="DM Sans Light"/>
                <a:cs typeface="DM Sans Light"/>
                <a:sym typeface="DM Sans Light"/>
              </a:rPr>
              <a:t>Website &amp; API Specialist</a:t>
            </a:r>
            <a:endParaRPr/>
          </a:p>
          <a:p>
            <a:pPr marL="0" lvl="0" indent="0" algn="ctr" rtl="0">
              <a:spcBef>
                <a:spcPts val="0"/>
              </a:spcBef>
              <a:spcAft>
                <a:spcPts val="0"/>
              </a:spcAft>
              <a:buNone/>
            </a:pPr>
            <a:r>
              <a:rPr lang="en"/>
              <a:t>Eddie Zhu</a:t>
            </a:r>
            <a:endParaRPr/>
          </a:p>
        </p:txBody>
      </p:sp>
      <p:pic>
        <p:nvPicPr>
          <p:cNvPr id="528" name="Google Shape;528;p68" descr="A person smiling at camera&#10;&#10;AI-generated content may be incorrect."/>
          <p:cNvPicPr preferRelativeResize="0"/>
          <p:nvPr/>
        </p:nvPicPr>
        <p:blipFill>
          <a:blip r:embed="rId5">
            <a:alphaModFix/>
          </a:blip>
          <a:stretch>
            <a:fillRect/>
          </a:stretch>
        </p:blipFill>
        <p:spPr>
          <a:xfrm>
            <a:off x="4983480" y="2844355"/>
            <a:ext cx="1520953" cy="1517904"/>
          </a:xfrm>
          <a:prstGeom prst="rect">
            <a:avLst/>
          </a:prstGeom>
          <a:noFill/>
          <a:ln>
            <a:noFill/>
          </a:ln>
        </p:spPr>
      </p:pic>
      <p:sp>
        <p:nvSpPr>
          <p:cNvPr id="529" name="Google Shape;529;p68"/>
          <p:cNvSpPr txBox="1">
            <a:spLocks noGrp="1"/>
          </p:cNvSpPr>
          <p:nvPr>
            <p:ph type="subTitle" idx="13"/>
          </p:nvPr>
        </p:nvSpPr>
        <p:spPr>
          <a:xfrm>
            <a:off x="4572438" y="2191846"/>
            <a:ext cx="2321700" cy="1878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1000">
                <a:solidFill>
                  <a:schemeClr val="accent2"/>
                </a:solidFill>
                <a:latin typeface="DM Sans Light"/>
                <a:ea typeface="DM Sans Light"/>
                <a:cs typeface="DM Sans Light"/>
                <a:sym typeface="DM Sans Light"/>
              </a:rPr>
              <a:t>Active Directory Specialist</a:t>
            </a:r>
            <a:endParaRPr/>
          </a:p>
          <a:p>
            <a:pPr marL="0" lvl="0" indent="0" algn="ctr" rtl="0">
              <a:spcBef>
                <a:spcPts val="0"/>
              </a:spcBef>
              <a:spcAft>
                <a:spcPts val="0"/>
              </a:spcAft>
              <a:buNone/>
            </a:pPr>
            <a:r>
              <a:rPr lang="en"/>
              <a:t>Andy Gu</a:t>
            </a:r>
            <a:endParaRPr/>
          </a:p>
        </p:txBody>
      </p:sp>
      <p:pic>
        <p:nvPicPr>
          <p:cNvPr id="530" name="Google Shape;530;p68" descr="Profile photo of Andy Gu"/>
          <p:cNvPicPr preferRelativeResize="0"/>
          <p:nvPr/>
        </p:nvPicPr>
        <p:blipFill>
          <a:blip r:embed="rId6">
            <a:alphaModFix/>
          </a:blip>
          <a:stretch>
            <a:fillRect/>
          </a:stretch>
        </p:blipFill>
        <p:spPr>
          <a:xfrm>
            <a:off x="4983480" y="598173"/>
            <a:ext cx="1508588" cy="1517904"/>
          </a:xfrm>
          <a:prstGeom prst="rect">
            <a:avLst/>
          </a:prstGeom>
          <a:noFill/>
          <a:ln>
            <a:noFill/>
          </a:ln>
        </p:spPr>
      </p:pic>
      <p:sp>
        <p:nvSpPr>
          <p:cNvPr id="531" name="Google Shape;531;p68"/>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532" name="Google Shape;532;p68"/>
          <p:cNvSpPr txBox="1">
            <a:spLocks noGrp="1"/>
          </p:cNvSpPr>
          <p:nvPr>
            <p:ph type="subTitle" idx="3"/>
          </p:nvPr>
        </p:nvSpPr>
        <p:spPr>
          <a:xfrm>
            <a:off x="361975" y="217725"/>
            <a:ext cx="4163100" cy="237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Finals-XX</a:t>
            </a:r>
            <a:endParaRPr/>
          </a:p>
        </p:txBody>
      </p:sp>
      <p:sp>
        <p:nvSpPr>
          <p:cNvPr id="533" name="Google Shape;533;p68"/>
          <p:cNvSpPr txBox="1">
            <a:spLocks noGrp="1"/>
          </p:cNvSpPr>
          <p:nvPr>
            <p:ph type="title"/>
          </p:nvPr>
        </p:nvSpPr>
        <p:spPr>
          <a:xfrm>
            <a:off x="0" y="962100"/>
            <a:ext cx="2590800" cy="498600"/>
          </a:xfrm>
          <a:prstGeom prst="rect">
            <a:avLst/>
          </a:prstGeom>
        </p:spPr>
        <p:txBody>
          <a:bodyPr spcFirstLastPara="1" wrap="square" lIns="0" tIns="0" rIns="0" bIns="0" anchor="t" anchorCtr="0">
            <a:spAutoFit/>
          </a:bodyPr>
          <a:lstStyle/>
          <a:p>
            <a:pPr marL="0" lvl="0" indent="0" algn="ctr" rtl="0">
              <a:spcBef>
                <a:spcPts val="0"/>
              </a:spcBef>
              <a:spcAft>
                <a:spcPts val="0"/>
              </a:spcAft>
              <a:buNone/>
            </a:pPr>
            <a:r>
              <a:rPr lang="en"/>
              <a:t>Our Team</a:t>
            </a:r>
            <a:endParaRPr i="1"/>
          </a:p>
        </p:txBody>
      </p:sp>
      <p:sp>
        <p:nvSpPr>
          <p:cNvPr id="534" name="Google Shape;534;p68"/>
          <p:cNvSpPr txBox="1">
            <a:spLocks noGrp="1"/>
          </p:cNvSpPr>
          <p:nvPr>
            <p:ph type="subTitle" idx="8"/>
          </p:nvPr>
        </p:nvSpPr>
        <p:spPr>
          <a:xfrm>
            <a:off x="2441650" y="2195653"/>
            <a:ext cx="2321700" cy="1878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1000">
                <a:solidFill>
                  <a:schemeClr val="accent2"/>
                </a:solidFill>
                <a:latin typeface="DM Sans Light"/>
                <a:ea typeface="DM Sans Light"/>
                <a:cs typeface="DM Sans Light"/>
                <a:sym typeface="DM Sans Light"/>
              </a:rPr>
              <a:t>Team Lead</a:t>
            </a:r>
            <a:endParaRPr/>
          </a:p>
          <a:p>
            <a:pPr marL="0" lvl="0" indent="0" algn="ctr" rtl="0">
              <a:spcBef>
                <a:spcPts val="0"/>
              </a:spcBef>
              <a:spcAft>
                <a:spcPts val="0"/>
              </a:spcAft>
              <a:buNone/>
            </a:pPr>
            <a:r>
              <a:rPr lang="en"/>
              <a:t>Dhruv Kandula</a:t>
            </a:r>
            <a:endParaRPr/>
          </a:p>
        </p:txBody>
      </p:sp>
      <p:pic>
        <p:nvPicPr>
          <p:cNvPr id="535" name="Google Shape;535;p68" descr="A person wearing sunglasses and smiling&#10;&#10;AI-generated content may be incorrect."/>
          <p:cNvPicPr preferRelativeResize="0"/>
          <p:nvPr/>
        </p:nvPicPr>
        <p:blipFill>
          <a:blip r:embed="rId7">
            <a:alphaModFix/>
          </a:blip>
          <a:stretch>
            <a:fillRect/>
          </a:stretch>
        </p:blipFill>
        <p:spPr>
          <a:xfrm>
            <a:off x="2834640" y="631057"/>
            <a:ext cx="1517904" cy="1516832"/>
          </a:xfrm>
          <a:prstGeom prst="rect">
            <a:avLst/>
          </a:prstGeom>
          <a:noFill/>
          <a:ln>
            <a:noFill/>
          </a:ln>
        </p:spPr>
      </p:pic>
      <p:pic>
        <p:nvPicPr>
          <p:cNvPr id="536" name="Google Shape;536;p68" descr="Image"/>
          <p:cNvPicPr preferRelativeResize="0"/>
          <p:nvPr/>
        </p:nvPicPr>
        <p:blipFill>
          <a:blip r:embed="rId8">
            <a:alphaModFix/>
          </a:blip>
          <a:stretch>
            <a:fillRect/>
          </a:stretch>
        </p:blipFill>
        <p:spPr>
          <a:xfrm>
            <a:off x="2834640" y="2818873"/>
            <a:ext cx="1520953" cy="1517904"/>
          </a:xfrm>
          <a:prstGeom prst="rect">
            <a:avLst/>
          </a:prstGeom>
          <a:noFill/>
          <a:ln>
            <a:noFill/>
          </a:ln>
        </p:spPr>
      </p:pic>
      <p:sp>
        <p:nvSpPr>
          <p:cNvPr id="537" name="Google Shape;537;p68"/>
          <p:cNvSpPr txBox="1">
            <a:spLocks noGrp="1"/>
          </p:cNvSpPr>
          <p:nvPr>
            <p:ph type="subTitle" idx="6"/>
          </p:nvPr>
        </p:nvSpPr>
        <p:spPr>
          <a:xfrm>
            <a:off x="2441638" y="4412546"/>
            <a:ext cx="2321700" cy="1878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1000">
                <a:solidFill>
                  <a:schemeClr val="accent2"/>
                </a:solidFill>
                <a:latin typeface="DM Sans Light"/>
                <a:ea typeface="DM Sans Light"/>
                <a:cs typeface="DM Sans Light"/>
                <a:sym typeface="DM Sans Light"/>
              </a:rPr>
              <a:t>Website &amp; QA Specialist</a:t>
            </a:r>
            <a:endParaRPr/>
          </a:p>
          <a:p>
            <a:pPr marL="0" lvl="0" indent="0" algn="ctr" rtl="0">
              <a:spcBef>
                <a:spcPts val="0"/>
              </a:spcBef>
              <a:spcAft>
                <a:spcPts val="0"/>
              </a:spcAft>
              <a:buNone/>
            </a:pPr>
            <a:r>
              <a:rPr lang="en"/>
              <a:t>Alex Loan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69"/>
          <p:cNvSpPr txBox="1">
            <a:spLocks noGrp="1"/>
          </p:cNvSpPr>
          <p:nvPr>
            <p:ph type="subTitle" idx="4"/>
          </p:nvPr>
        </p:nvSpPr>
        <p:spPr>
          <a:xfrm>
            <a:off x="361975" y="3493626"/>
            <a:ext cx="3154800" cy="21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latin typeface="Newsreader"/>
              </a:rPr>
              <a:t>Business Impact</a:t>
            </a:r>
            <a:endParaRPr>
              <a:latin typeface="Newsreader"/>
            </a:endParaRPr>
          </a:p>
        </p:txBody>
      </p:sp>
      <p:sp>
        <p:nvSpPr>
          <p:cNvPr id="543" name="Google Shape;543;p69"/>
          <p:cNvSpPr txBox="1">
            <a:spLocks noGrp="1"/>
          </p:cNvSpPr>
          <p:nvPr>
            <p:ph type="subTitle" idx="5"/>
          </p:nvPr>
        </p:nvSpPr>
        <p:spPr>
          <a:xfrm>
            <a:off x="4909675" y="3493625"/>
            <a:ext cx="3449700" cy="21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latin typeface="Newsreader"/>
              </a:rPr>
              <a:t>Strengths and Recommendations</a:t>
            </a:r>
            <a:endParaRPr>
              <a:latin typeface="Newsreader"/>
            </a:endParaRPr>
          </a:p>
        </p:txBody>
      </p:sp>
      <p:sp>
        <p:nvSpPr>
          <p:cNvPr id="544" name="Google Shape;544;p69"/>
          <p:cNvSpPr txBox="1">
            <a:spLocks noGrp="1"/>
          </p:cNvSpPr>
          <p:nvPr>
            <p:ph type="subTitle" idx="6"/>
          </p:nvPr>
        </p:nvSpPr>
        <p:spPr>
          <a:xfrm>
            <a:off x="361975" y="4145267"/>
            <a:ext cx="3154800" cy="21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latin typeface="Newsreader"/>
              </a:rPr>
              <a:t>Objectives</a:t>
            </a:r>
            <a:endParaRPr>
              <a:latin typeface="Newsreader"/>
            </a:endParaRPr>
          </a:p>
        </p:txBody>
      </p:sp>
      <p:sp>
        <p:nvSpPr>
          <p:cNvPr id="545" name="Google Shape;545;p69"/>
          <p:cNvSpPr txBox="1">
            <a:spLocks noGrp="1"/>
          </p:cNvSpPr>
          <p:nvPr>
            <p:ph type="subTitle" idx="7"/>
          </p:nvPr>
        </p:nvSpPr>
        <p:spPr>
          <a:xfrm>
            <a:off x="4909675" y="4145267"/>
            <a:ext cx="3154800" cy="21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latin typeface="Newsreader"/>
              </a:rPr>
              <a:t>Q&amp;A</a:t>
            </a:r>
            <a:endParaRPr>
              <a:latin typeface="Newsreader"/>
            </a:endParaRPr>
          </a:p>
        </p:txBody>
      </p:sp>
      <p:sp>
        <p:nvSpPr>
          <p:cNvPr id="546" name="Google Shape;546;p69"/>
          <p:cNvSpPr txBox="1">
            <a:spLocks noGrp="1"/>
          </p:cNvSpPr>
          <p:nvPr>
            <p:ph type="subTitle" idx="1"/>
          </p:nvPr>
        </p:nvSpPr>
        <p:spPr>
          <a:xfrm>
            <a:off x="361975" y="2841984"/>
            <a:ext cx="3154800" cy="21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latin typeface="Newsreader"/>
              </a:rPr>
              <a:t>Executive Summary</a:t>
            </a:r>
            <a:endParaRPr>
              <a:latin typeface="Newsreader"/>
            </a:endParaRPr>
          </a:p>
        </p:txBody>
      </p:sp>
      <p:sp>
        <p:nvSpPr>
          <p:cNvPr id="547" name="Google Shape;547;p69"/>
          <p:cNvSpPr txBox="1">
            <a:spLocks noGrp="1"/>
          </p:cNvSpPr>
          <p:nvPr>
            <p:ph type="subTitle" idx="3"/>
          </p:nvPr>
        </p:nvSpPr>
        <p:spPr>
          <a:xfrm>
            <a:off x="4909675" y="2841984"/>
            <a:ext cx="3154800" cy="219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latin typeface="Newsreader"/>
              </a:rPr>
              <a:t>Scope</a:t>
            </a:r>
            <a:endParaRPr>
              <a:latin typeface="Newsreader"/>
            </a:endParaRPr>
          </a:p>
        </p:txBody>
      </p:sp>
      <p:sp>
        <p:nvSpPr>
          <p:cNvPr id="548" name="Google Shape;548;p69"/>
          <p:cNvSpPr txBox="1">
            <a:spLocks noGrp="1"/>
          </p:cNvSpPr>
          <p:nvPr>
            <p:ph type="title"/>
          </p:nvPr>
        </p:nvSpPr>
        <p:spPr>
          <a:xfrm>
            <a:off x="361975" y="962100"/>
            <a:ext cx="4163100" cy="4986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Agenda</a:t>
            </a:r>
            <a:endParaRPr i="1"/>
          </a:p>
        </p:txBody>
      </p:sp>
      <p:sp>
        <p:nvSpPr>
          <p:cNvPr id="549" name="Google Shape;549;p69"/>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latin typeface="Newsreader"/>
              </a:rPr>
              <a:t>3</a:t>
            </a:fld>
            <a:endParaRPr>
              <a:latin typeface="Newsreader"/>
            </a:endParaRPr>
          </a:p>
        </p:txBody>
      </p:sp>
      <p:sp>
        <p:nvSpPr>
          <p:cNvPr id="550" name="Google Shape;550;p69"/>
          <p:cNvSpPr txBox="1">
            <a:spLocks noGrp="1"/>
          </p:cNvSpPr>
          <p:nvPr>
            <p:ph type="subTitle" idx="2"/>
          </p:nvPr>
        </p:nvSpPr>
        <p:spPr>
          <a:xfrm>
            <a:off x="361975" y="217725"/>
            <a:ext cx="4163100" cy="237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latin typeface="Newsreader"/>
              </a:rPr>
              <a:t>Finals-XX</a:t>
            </a:r>
            <a:endParaRPr>
              <a:latin typeface="Newsreader"/>
            </a:endParaRPr>
          </a:p>
        </p:txBody>
      </p:sp>
      <p:cxnSp>
        <p:nvCxnSpPr>
          <p:cNvPr id="551" name="Google Shape;551;p69"/>
          <p:cNvCxnSpPr/>
          <p:nvPr/>
        </p:nvCxnSpPr>
        <p:spPr>
          <a:xfrm>
            <a:off x="378475" y="3240663"/>
            <a:ext cx="3850500" cy="0"/>
          </a:xfrm>
          <a:prstGeom prst="straightConnector1">
            <a:avLst/>
          </a:prstGeom>
          <a:noFill/>
          <a:ln w="9525" cap="flat" cmpd="sng">
            <a:solidFill>
              <a:schemeClr val="lt2"/>
            </a:solidFill>
            <a:prstDash val="solid"/>
            <a:round/>
            <a:headEnd type="none" w="med" len="med"/>
            <a:tailEnd type="none" w="med" len="med"/>
          </a:ln>
        </p:spPr>
      </p:cxnSp>
      <p:cxnSp>
        <p:nvCxnSpPr>
          <p:cNvPr id="552" name="Google Shape;552;p69"/>
          <p:cNvCxnSpPr/>
          <p:nvPr/>
        </p:nvCxnSpPr>
        <p:spPr>
          <a:xfrm>
            <a:off x="378475" y="3892305"/>
            <a:ext cx="3850500" cy="0"/>
          </a:xfrm>
          <a:prstGeom prst="straightConnector1">
            <a:avLst/>
          </a:prstGeom>
          <a:noFill/>
          <a:ln w="9525" cap="flat" cmpd="sng">
            <a:solidFill>
              <a:schemeClr val="lt2"/>
            </a:solidFill>
            <a:prstDash val="solid"/>
            <a:round/>
            <a:headEnd type="none" w="med" len="med"/>
            <a:tailEnd type="none" w="med" len="med"/>
          </a:ln>
        </p:spPr>
      </p:cxnSp>
      <p:cxnSp>
        <p:nvCxnSpPr>
          <p:cNvPr id="553" name="Google Shape;553;p69"/>
          <p:cNvCxnSpPr/>
          <p:nvPr/>
        </p:nvCxnSpPr>
        <p:spPr>
          <a:xfrm>
            <a:off x="378475" y="4543946"/>
            <a:ext cx="3850500" cy="0"/>
          </a:xfrm>
          <a:prstGeom prst="straightConnector1">
            <a:avLst/>
          </a:prstGeom>
          <a:noFill/>
          <a:ln w="9525" cap="flat" cmpd="sng">
            <a:solidFill>
              <a:schemeClr val="lt2"/>
            </a:solidFill>
            <a:prstDash val="solid"/>
            <a:round/>
            <a:headEnd type="none" w="med" len="med"/>
            <a:tailEnd type="none" w="med" len="med"/>
          </a:ln>
        </p:spPr>
      </p:cxnSp>
      <p:cxnSp>
        <p:nvCxnSpPr>
          <p:cNvPr id="554" name="Google Shape;554;p69"/>
          <p:cNvCxnSpPr/>
          <p:nvPr/>
        </p:nvCxnSpPr>
        <p:spPr>
          <a:xfrm>
            <a:off x="4926175" y="3240663"/>
            <a:ext cx="3850500" cy="0"/>
          </a:xfrm>
          <a:prstGeom prst="straightConnector1">
            <a:avLst/>
          </a:prstGeom>
          <a:noFill/>
          <a:ln w="9525" cap="flat" cmpd="sng">
            <a:solidFill>
              <a:schemeClr val="lt2"/>
            </a:solidFill>
            <a:prstDash val="solid"/>
            <a:round/>
            <a:headEnd type="none" w="med" len="med"/>
            <a:tailEnd type="none" w="med" len="med"/>
          </a:ln>
        </p:spPr>
      </p:cxnSp>
      <p:cxnSp>
        <p:nvCxnSpPr>
          <p:cNvPr id="555" name="Google Shape;555;p69"/>
          <p:cNvCxnSpPr/>
          <p:nvPr/>
        </p:nvCxnSpPr>
        <p:spPr>
          <a:xfrm>
            <a:off x="4926175" y="3892305"/>
            <a:ext cx="3850500" cy="0"/>
          </a:xfrm>
          <a:prstGeom prst="straightConnector1">
            <a:avLst/>
          </a:prstGeom>
          <a:noFill/>
          <a:ln w="9525" cap="flat" cmpd="sng">
            <a:solidFill>
              <a:schemeClr val="lt2"/>
            </a:solidFill>
            <a:prstDash val="solid"/>
            <a:round/>
            <a:headEnd type="none" w="med" len="med"/>
            <a:tailEnd type="none" w="med" len="med"/>
          </a:ln>
        </p:spPr>
      </p:cxnSp>
      <p:cxnSp>
        <p:nvCxnSpPr>
          <p:cNvPr id="556" name="Google Shape;556;p69"/>
          <p:cNvCxnSpPr/>
          <p:nvPr/>
        </p:nvCxnSpPr>
        <p:spPr>
          <a:xfrm>
            <a:off x="4926175" y="4543946"/>
            <a:ext cx="3850500" cy="0"/>
          </a:xfrm>
          <a:prstGeom prst="straightConnector1">
            <a:avLst/>
          </a:prstGeom>
          <a:noFill/>
          <a:ln w="9525" cap="flat" cmpd="sng">
            <a:solidFill>
              <a:schemeClr val="lt2"/>
            </a:solidFill>
            <a:prstDash val="solid"/>
            <a:round/>
            <a:headEnd type="none" w="med" len="med"/>
            <a:tailEnd type="none" w="med" len="med"/>
          </a:ln>
        </p:spPr>
      </p:cxnSp>
      <p:sp>
        <p:nvSpPr>
          <p:cNvPr id="557" name="Google Shape;557;p69"/>
          <p:cNvSpPr txBox="1"/>
          <p:nvPr/>
        </p:nvSpPr>
        <p:spPr>
          <a:xfrm>
            <a:off x="3891910" y="2805147"/>
            <a:ext cx="500100" cy="356400"/>
          </a:xfrm>
          <a:prstGeom prst="rect">
            <a:avLst/>
          </a:prstGeom>
          <a:noFill/>
          <a:ln>
            <a:noFill/>
          </a:ln>
        </p:spPr>
        <p:txBody>
          <a:bodyPr spcFirstLastPara="1" wrap="square" lIns="91425" tIns="91425" rIns="137150" bIns="91425" anchor="ctr" anchorCtr="0">
            <a:noAutofit/>
          </a:bodyPr>
          <a:lstStyle/>
          <a:p>
            <a:pPr marL="457200" indent="-330200" algn="r">
              <a:buClr>
                <a:schemeClr val="accent2"/>
              </a:buClr>
              <a:buSzPts val="1600"/>
              <a:buFont typeface="Newsreader"/>
              <a:buChar char="➔"/>
            </a:pPr>
            <a:r>
              <a:rPr lang="en-US" sz="1600" dirty="0">
                <a:solidFill>
                  <a:srgbClr val="F9F9F9"/>
                </a:solidFill>
                <a:latin typeface="Newsreader"/>
                <a:ea typeface="Newsreader"/>
                <a:cs typeface="Newsreader"/>
              </a:rPr>
              <a:t> </a:t>
            </a:r>
          </a:p>
        </p:txBody>
      </p:sp>
      <p:sp>
        <p:nvSpPr>
          <p:cNvPr id="558" name="Google Shape;558;p69"/>
          <p:cNvSpPr txBox="1"/>
          <p:nvPr/>
        </p:nvSpPr>
        <p:spPr>
          <a:xfrm>
            <a:off x="3891910" y="3474159"/>
            <a:ext cx="500100" cy="356400"/>
          </a:xfrm>
          <a:prstGeom prst="rect">
            <a:avLst/>
          </a:prstGeom>
          <a:noFill/>
          <a:ln>
            <a:noFill/>
          </a:ln>
        </p:spPr>
        <p:txBody>
          <a:bodyPr spcFirstLastPara="1" wrap="square" lIns="91425" tIns="91425" rIns="137150" bIns="91425" anchor="ctr" anchorCtr="0">
            <a:noAutofit/>
          </a:bodyPr>
          <a:lstStyle/>
          <a:p>
            <a:pPr marL="457200" indent="-330200" algn="r">
              <a:buClr>
                <a:schemeClr val="accent2"/>
              </a:buClr>
              <a:buSzPts val="1600"/>
              <a:buFont typeface="Newsreader"/>
              <a:buChar char="➔"/>
            </a:pPr>
            <a:r>
              <a:rPr lang="en-US" sz="1600" dirty="0">
                <a:solidFill>
                  <a:srgbClr val="F9F9F9"/>
                </a:solidFill>
                <a:latin typeface="Newsreader"/>
                <a:ea typeface="Newsreader"/>
                <a:cs typeface="Newsreader"/>
              </a:rPr>
              <a:t> </a:t>
            </a:r>
            <a:endParaRPr sz="1600">
              <a:solidFill>
                <a:srgbClr val="F9F9F9"/>
              </a:solidFill>
              <a:latin typeface="Newsreader"/>
              <a:ea typeface="Newsreader"/>
              <a:cs typeface="Newsreader"/>
              <a:sym typeface="Newsreader"/>
            </a:endParaRPr>
          </a:p>
        </p:txBody>
      </p:sp>
      <p:sp>
        <p:nvSpPr>
          <p:cNvPr id="559" name="Google Shape;559;p69"/>
          <p:cNvSpPr txBox="1"/>
          <p:nvPr/>
        </p:nvSpPr>
        <p:spPr>
          <a:xfrm>
            <a:off x="3891910" y="4143159"/>
            <a:ext cx="500100" cy="356400"/>
          </a:xfrm>
          <a:prstGeom prst="rect">
            <a:avLst/>
          </a:prstGeom>
          <a:noFill/>
          <a:ln>
            <a:noFill/>
          </a:ln>
        </p:spPr>
        <p:txBody>
          <a:bodyPr spcFirstLastPara="1" wrap="square" lIns="91425" tIns="91425" rIns="137150" bIns="91425" anchor="ctr" anchorCtr="0">
            <a:noAutofit/>
          </a:bodyPr>
          <a:lstStyle/>
          <a:p>
            <a:pPr marL="457200" indent="-330200" algn="r">
              <a:buClr>
                <a:schemeClr val="accent2"/>
              </a:buClr>
              <a:buSzPts val="1600"/>
              <a:buFont typeface="Newsreader"/>
              <a:buChar char="➔"/>
            </a:pPr>
            <a:r>
              <a:rPr lang="en-US" sz="1600" dirty="0">
                <a:solidFill>
                  <a:srgbClr val="F9F9F9"/>
                </a:solidFill>
                <a:latin typeface="Newsreader"/>
                <a:ea typeface="Newsreader"/>
                <a:cs typeface="Newsreader"/>
              </a:rPr>
              <a:t> </a:t>
            </a:r>
            <a:endParaRPr sz="1600">
              <a:solidFill>
                <a:srgbClr val="F9F9F9"/>
              </a:solidFill>
              <a:latin typeface="Newsreader"/>
              <a:ea typeface="Newsreader"/>
              <a:cs typeface="Newsreader"/>
              <a:sym typeface="Newsreader"/>
            </a:endParaRPr>
          </a:p>
        </p:txBody>
      </p:sp>
      <p:sp>
        <p:nvSpPr>
          <p:cNvPr id="560" name="Google Shape;560;p69"/>
          <p:cNvSpPr txBox="1"/>
          <p:nvPr/>
        </p:nvSpPr>
        <p:spPr>
          <a:xfrm>
            <a:off x="8437295" y="2805147"/>
            <a:ext cx="500100" cy="356400"/>
          </a:xfrm>
          <a:prstGeom prst="rect">
            <a:avLst/>
          </a:prstGeom>
          <a:noFill/>
          <a:ln>
            <a:noFill/>
          </a:ln>
        </p:spPr>
        <p:txBody>
          <a:bodyPr spcFirstLastPara="1" wrap="square" lIns="91425" tIns="91425" rIns="137150" bIns="91425" anchor="ctr" anchorCtr="0">
            <a:noAutofit/>
          </a:bodyPr>
          <a:lstStyle/>
          <a:p>
            <a:pPr marL="457200" indent="-330200" algn="r">
              <a:buClr>
                <a:schemeClr val="accent2"/>
              </a:buClr>
              <a:buSzPts val="1600"/>
              <a:buFont typeface="Newsreader"/>
              <a:buChar char="➔"/>
            </a:pPr>
            <a:r>
              <a:rPr lang="en-US" sz="1600" dirty="0">
                <a:solidFill>
                  <a:srgbClr val="F9F9F9"/>
                </a:solidFill>
                <a:latin typeface="Newsreader"/>
                <a:ea typeface="Newsreader"/>
                <a:cs typeface="Newsreader"/>
              </a:rPr>
              <a:t> </a:t>
            </a:r>
            <a:endParaRPr sz="1600">
              <a:solidFill>
                <a:srgbClr val="F9F9F9"/>
              </a:solidFill>
              <a:latin typeface="Newsreader"/>
              <a:ea typeface="Newsreader"/>
              <a:cs typeface="Newsreader"/>
              <a:sym typeface="Newsreader"/>
            </a:endParaRPr>
          </a:p>
        </p:txBody>
      </p:sp>
      <p:sp>
        <p:nvSpPr>
          <p:cNvPr id="561" name="Google Shape;561;p69"/>
          <p:cNvSpPr txBox="1"/>
          <p:nvPr/>
        </p:nvSpPr>
        <p:spPr>
          <a:xfrm>
            <a:off x="8437295" y="3474159"/>
            <a:ext cx="500100" cy="356400"/>
          </a:xfrm>
          <a:prstGeom prst="rect">
            <a:avLst/>
          </a:prstGeom>
          <a:noFill/>
          <a:ln>
            <a:noFill/>
          </a:ln>
        </p:spPr>
        <p:txBody>
          <a:bodyPr spcFirstLastPara="1" wrap="square" lIns="91425" tIns="91425" rIns="137150" bIns="91425" anchor="ctr" anchorCtr="0">
            <a:noAutofit/>
          </a:bodyPr>
          <a:lstStyle/>
          <a:p>
            <a:pPr marL="457200" indent="-330200" algn="r">
              <a:buClr>
                <a:schemeClr val="accent2"/>
              </a:buClr>
              <a:buSzPts val="1600"/>
              <a:buFont typeface="Newsreader"/>
              <a:buChar char="➔"/>
            </a:pPr>
            <a:r>
              <a:rPr lang="en-US" sz="1600" dirty="0">
                <a:solidFill>
                  <a:srgbClr val="F9F9F9"/>
                </a:solidFill>
                <a:latin typeface="Newsreader"/>
                <a:ea typeface="Newsreader"/>
                <a:cs typeface="Newsreader"/>
              </a:rPr>
              <a:t> </a:t>
            </a:r>
            <a:endParaRPr sz="1600">
              <a:solidFill>
                <a:srgbClr val="F9F9F9"/>
              </a:solidFill>
              <a:latin typeface="Newsreader"/>
              <a:ea typeface="Newsreader"/>
              <a:cs typeface="Newsreader"/>
              <a:sym typeface="Newsreader"/>
            </a:endParaRPr>
          </a:p>
        </p:txBody>
      </p:sp>
      <p:sp>
        <p:nvSpPr>
          <p:cNvPr id="562" name="Google Shape;562;p69"/>
          <p:cNvSpPr txBox="1"/>
          <p:nvPr/>
        </p:nvSpPr>
        <p:spPr>
          <a:xfrm>
            <a:off x="8437295" y="4143159"/>
            <a:ext cx="500100" cy="356400"/>
          </a:xfrm>
          <a:prstGeom prst="rect">
            <a:avLst/>
          </a:prstGeom>
          <a:noFill/>
          <a:ln>
            <a:noFill/>
          </a:ln>
        </p:spPr>
        <p:txBody>
          <a:bodyPr spcFirstLastPara="1" wrap="square" lIns="91425" tIns="91425" rIns="137150" bIns="91425" anchor="ctr" anchorCtr="0">
            <a:noAutofit/>
          </a:bodyPr>
          <a:lstStyle/>
          <a:p>
            <a:pPr marL="457200" indent="-330200" algn="r">
              <a:buClr>
                <a:schemeClr val="accent2"/>
              </a:buClr>
              <a:buSzPts val="1600"/>
              <a:buFont typeface="Newsreader"/>
              <a:buChar char="➔"/>
            </a:pPr>
            <a:r>
              <a:rPr lang="en-US" sz="1600" dirty="0">
                <a:solidFill>
                  <a:srgbClr val="F9F9F9"/>
                </a:solidFill>
                <a:latin typeface="Newsreader"/>
                <a:ea typeface="Newsreader"/>
                <a:cs typeface="Newsreader"/>
              </a:rPr>
              <a:t> </a:t>
            </a:r>
            <a:endParaRPr sz="1600">
              <a:solidFill>
                <a:srgbClr val="F9F9F9"/>
              </a:solidFill>
              <a:latin typeface="Newsreader"/>
              <a:ea typeface="Newsreader"/>
              <a:cs typeface="Newsreader"/>
              <a:sym typeface="Newsreader"/>
            </a:endParaRPr>
          </a:p>
        </p:txBody>
      </p:sp>
      <p:pic>
        <p:nvPicPr>
          <p:cNvPr id="563" name="Google Shape;563;p69"/>
          <p:cNvPicPr preferRelativeResize="0"/>
          <p:nvPr/>
        </p:nvPicPr>
        <p:blipFill>
          <a:blip r:embed="rId3">
            <a:alphaModFix/>
          </a:blip>
          <a:stretch>
            <a:fillRect/>
          </a:stretch>
        </p:blipFill>
        <p:spPr>
          <a:xfrm>
            <a:off x="8035963" y="582375"/>
            <a:ext cx="999373" cy="999373"/>
          </a:xfrm>
          <a:prstGeom prst="rect">
            <a:avLst/>
          </a:prstGeom>
          <a:noFill/>
          <a:ln>
            <a:noFill/>
          </a:ln>
          <a:effectLst>
            <a:outerShdw blurRad="28575" dist="9525" dir="5400000" algn="bl" rotWithShape="0">
              <a:schemeClr val="accent6">
                <a:alpha val="40000"/>
              </a:scheme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70"/>
          <p:cNvSpPr/>
          <p:nvPr/>
        </p:nvSpPr>
        <p:spPr>
          <a:xfrm>
            <a:off x="4565475" y="1486800"/>
            <a:ext cx="2294400" cy="1486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DM Sans"/>
              <a:ea typeface="DM Sans"/>
              <a:cs typeface="DM Sans"/>
              <a:sym typeface="DM Sans"/>
            </a:endParaRPr>
          </a:p>
        </p:txBody>
      </p:sp>
      <p:sp>
        <p:nvSpPr>
          <p:cNvPr id="569" name="Google Shape;569;p70"/>
          <p:cNvSpPr/>
          <p:nvPr/>
        </p:nvSpPr>
        <p:spPr>
          <a:xfrm>
            <a:off x="4565475" y="0"/>
            <a:ext cx="2294400" cy="14868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DM Sans"/>
              <a:ea typeface="DM Sans"/>
              <a:cs typeface="DM Sans"/>
              <a:sym typeface="DM Sans"/>
            </a:endParaRPr>
          </a:p>
        </p:txBody>
      </p:sp>
      <p:sp>
        <p:nvSpPr>
          <p:cNvPr id="570" name="Google Shape;570;p70"/>
          <p:cNvSpPr/>
          <p:nvPr/>
        </p:nvSpPr>
        <p:spPr>
          <a:xfrm>
            <a:off x="6849550" y="0"/>
            <a:ext cx="2294400" cy="29736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DM Sans"/>
              <a:ea typeface="DM Sans"/>
              <a:cs typeface="DM Sans"/>
              <a:sym typeface="DM Sans"/>
            </a:endParaRPr>
          </a:p>
        </p:txBody>
      </p:sp>
      <p:sp>
        <p:nvSpPr>
          <p:cNvPr id="571" name="Google Shape;571;p70"/>
          <p:cNvSpPr/>
          <p:nvPr/>
        </p:nvSpPr>
        <p:spPr>
          <a:xfrm>
            <a:off x="4565475" y="2973600"/>
            <a:ext cx="4578600" cy="21702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DM Sans"/>
              <a:ea typeface="DM Sans"/>
              <a:cs typeface="DM Sans"/>
              <a:sym typeface="DM Sans"/>
            </a:endParaRPr>
          </a:p>
        </p:txBody>
      </p:sp>
      <p:sp>
        <p:nvSpPr>
          <p:cNvPr id="572" name="Google Shape;572;p70"/>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Finals-XX</a:t>
            </a:r>
            <a:endParaRPr/>
          </a:p>
        </p:txBody>
      </p:sp>
      <p:sp>
        <p:nvSpPr>
          <p:cNvPr id="573" name="Google Shape;573;p70"/>
          <p:cNvSpPr txBox="1">
            <a:spLocks noGrp="1"/>
          </p:cNvSpPr>
          <p:nvPr>
            <p:ph type="title"/>
          </p:nvPr>
        </p:nvSpPr>
        <p:spPr>
          <a:xfrm>
            <a:off x="361975" y="988555"/>
            <a:ext cx="3860100" cy="400200"/>
          </a:xfrm>
          <a:prstGeom prst="rect">
            <a:avLst/>
          </a:prstGeom>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2600"/>
              <a:t>Executive Summary</a:t>
            </a:r>
            <a:endParaRPr sz="2600"/>
          </a:p>
        </p:txBody>
      </p:sp>
      <p:sp>
        <p:nvSpPr>
          <p:cNvPr id="574" name="Google Shape;574;p70"/>
          <p:cNvSpPr txBox="1">
            <a:spLocks noGrp="1"/>
          </p:cNvSpPr>
          <p:nvPr>
            <p:ph type="subTitle" idx="2"/>
          </p:nvPr>
        </p:nvSpPr>
        <p:spPr>
          <a:xfrm>
            <a:off x="361975" y="732775"/>
            <a:ext cx="3860100" cy="153900"/>
          </a:xfrm>
          <a:prstGeom prst="rect">
            <a:avLst/>
          </a:prstGeom>
        </p:spPr>
        <p:txBody>
          <a:bodyPr spcFirstLastPara="1" wrap="square" lIns="0" tIns="0" rIns="0" bIns="0" anchor="b" anchorCtr="0">
            <a:spAutoFit/>
          </a:bodyPr>
          <a:lstStyle/>
          <a:p>
            <a:pPr marL="0" lvl="0" indent="0" algn="l" rtl="0">
              <a:spcBef>
                <a:spcPts val="0"/>
              </a:spcBef>
              <a:spcAft>
                <a:spcPts val="0"/>
              </a:spcAft>
              <a:buNone/>
            </a:pPr>
            <a:r>
              <a:rPr lang="en"/>
              <a:t>All Ports Tours</a:t>
            </a:r>
            <a:endParaRPr/>
          </a:p>
        </p:txBody>
      </p:sp>
      <p:sp>
        <p:nvSpPr>
          <p:cNvPr id="575" name="Google Shape;575;p70"/>
          <p:cNvSpPr txBox="1">
            <a:spLocks noGrp="1"/>
          </p:cNvSpPr>
          <p:nvPr>
            <p:ph type="body" idx="3"/>
          </p:nvPr>
        </p:nvSpPr>
        <p:spPr>
          <a:xfrm>
            <a:off x="361975" y="4400575"/>
            <a:ext cx="3860100" cy="461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latin typeface="DM Sans"/>
                <a:ea typeface="DM Sans"/>
                <a:cs typeface="DM Sans"/>
                <a:sym typeface="DM Sans"/>
              </a:rPr>
              <a:t>Statistics sourced from initial and secondary assessments.</a:t>
            </a:r>
            <a:endParaRPr>
              <a:latin typeface="DM Sans"/>
              <a:ea typeface="DM Sans"/>
              <a:cs typeface="DM Sans"/>
              <a:sym typeface="DM Sans"/>
            </a:endParaRPr>
          </a:p>
        </p:txBody>
      </p:sp>
      <p:sp>
        <p:nvSpPr>
          <p:cNvPr id="576" name="Google Shape;576;p70"/>
          <p:cNvSpPr txBox="1">
            <a:spLocks noGrp="1"/>
          </p:cNvSpPr>
          <p:nvPr>
            <p:ph type="title" idx="4"/>
          </p:nvPr>
        </p:nvSpPr>
        <p:spPr>
          <a:xfrm>
            <a:off x="4800825" y="258072"/>
            <a:ext cx="1762200" cy="581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58%</a:t>
            </a:r>
            <a:endParaRPr/>
          </a:p>
        </p:txBody>
      </p:sp>
      <p:sp>
        <p:nvSpPr>
          <p:cNvPr id="577" name="Google Shape;577;p70"/>
          <p:cNvSpPr txBox="1">
            <a:spLocks noGrp="1"/>
          </p:cNvSpPr>
          <p:nvPr>
            <p:ph type="title" idx="5"/>
          </p:nvPr>
        </p:nvSpPr>
        <p:spPr>
          <a:xfrm>
            <a:off x="7094925" y="258072"/>
            <a:ext cx="1762200" cy="581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15</a:t>
            </a:r>
            <a:endParaRPr/>
          </a:p>
        </p:txBody>
      </p:sp>
      <p:sp>
        <p:nvSpPr>
          <p:cNvPr id="578" name="Google Shape;578;p70"/>
          <p:cNvSpPr txBox="1">
            <a:spLocks noGrp="1"/>
          </p:cNvSpPr>
          <p:nvPr>
            <p:ph type="title" idx="6"/>
          </p:nvPr>
        </p:nvSpPr>
        <p:spPr>
          <a:xfrm>
            <a:off x="4800825" y="1698225"/>
            <a:ext cx="1762200" cy="581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52</a:t>
            </a:r>
            <a:endParaRPr/>
          </a:p>
        </p:txBody>
      </p:sp>
      <p:sp>
        <p:nvSpPr>
          <p:cNvPr id="579" name="Google Shape;579;p70"/>
          <p:cNvSpPr txBox="1">
            <a:spLocks noGrp="1"/>
          </p:cNvSpPr>
          <p:nvPr>
            <p:ph type="body" idx="7"/>
          </p:nvPr>
        </p:nvSpPr>
        <p:spPr>
          <a:xfrm>
            <a:off x="4800825" y="4122308"/>
            <a:ext cx="3975900" cy="461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Users vulnerable to data leakage</a:t>
            </a:r>
            <a:endParaRPr/>
          </a:p>
        </p:txBody>
      </p:sp>
      <p:sp>
        <p:nvSpPr>
          <p:cNvPr id="580" name="Google Shape;580;p70"/>
          <p:cNvSpPr txBox="1">
            <a:spLocks noGrp="1"/>
          </p:cNvSpPr>
          <p:nvPr>
            <p:ph type="title" idx="8"/>
          </p:nvPr>
        </p:nvSpPr>
        <p:spPr>
          <a:xfrm>
            <a:off x="4800825" y="3215225"/>
            <a:ext cx="3975900" cy="858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4000+</a:t>
            </a:r>
            <a:endParaRPr/>
          </a:p>
        </p:txBody>
      </p:sp>
      <p:sp>
        <p:nvSpPr>
          <p:cNvPr id="581" name="Google Shape;581;p70"/>
          <p:cNvSpPr txBox="1">
            <a:spLocks noGrp="1"/>
          </p:cNvSpPr>
          <p:nvPr>
            <p:ph type="body" idx="9"/>
          </p:nvPr>
        </p:nvSpPr>
        <p:spPr>
          <a:xfrm>
            <a:off x="4800825" y="2268700"/>
            <a:ext cx="1762200" cy="461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solidFill>
                  <a:schemeClr val="lt1"/>
                </a:solidFill>
              </a:rPr>
              <a:t>Total vulnerabilities and findings across the network</a:t>
            </a:r>
            <a:endParaRPr>
              <a:solidFill>
                <a:schemeClr val="lt1"/>
              </a:solidFill>
            </a:endParaRPr>
          </a:p>
        </p:txBody>
      </p:sp>
      <p:sp>
        <p:nvSpPr>
          <p:cNvPr id="582" name="Google Shape;582;p70"/>
          <p:cNvSpPr txBox="1">
            <a:spLocks noGrp="1"/>
          </p:cNvSpPr>
          <p:nvPr>
            <p:ph type="body" idx="13"/>
          </p:nvPr>
        </p:nvSpPr>
        <p:spPr>
          <a:xfrm>
            <a:off x="7115650" y="2268700"/>
            <a:ext cx="1762200" cy="461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Vulnerabilities still present during second assessment</a:t>
            </a:r>
            <a:endParaRPr/>
          </a:p>
        </p:txBody>
      </p:sp>
      <p:sp>
        <p:nvSpPr>
          <p:cNvPr id="583" name="Google Shape;583;p70"/>
          <p:cNvSpPr txBox="1">
            <a:spLocks noGrp="1"/>
          </p:cNvSpPr>
          <p:nvPr>
            <p:ph type="body" idx="14"/>
          </p:nvPr>
        </p:nvSpPr>
        <p:spPr>
          <a:xfrm>
            <a:off x="4800825" y="860100"/>
            <a:ext cx="1762200" cy="461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of vulnerabilities patched since last assessment</a:t>
            </a:r>
            <a:endParaRPr/>
          </a:p>
        </p:txBody>
      </p:sp>
      <p:pic>
        <p:nvPicPr>
          <p:cNvPr id="584" name="Google Shape;584;p70"/>
          <p:cNvPicPr preferRelativeResize="0"/>
          <p:nvPr/>
        </p:nvPicPr>
        <p:blipFill>
          <a:blip r:embed="rId3">
            <a:alphaModFix/>
          </a:blip>
          <a:stretch>
            <a:fillRect/>
          </a:stretch>
        </p:blipFill>
        <p:spPr>
          <a:xfrm>
            <a:off x="7928198" y="3954035"/>
            <a:ext cx="999373" cy="999373"/>
          </a:xfrm>
          <a:prstGeom prst="rect">
            <a:avLst/>
          </a:prstGeom>
          <a:noFill/>
          <a:ln>
            <a:noFill/>
          </a:ln>
          <a:effectLst>
            <a:outerShdw blurRad="28575" dist="9525" dir="5400000" algn="bl" rotWithShape="0">
              <a:srgbClr val="DCDCDC">
                <a:alpha val="40000"/>
              </a:srgbClr>
            </a:outerShdw>
          </a:effectLst>
        </p:spPr>
      </p:pic>
      <p:pic>
        <p:nvPicPr>
          <p:cNvPr id="585" name="Google Shape;585;p70"/>
          <p:cNvPicPr preferRelativeResize="0"/>
          <p:nvPr/>
        </p:nvPicPr>
        <p:blipFill rotWithShape="1">
          <a:blip r:embed="rId4">
            <a:alphaModFix/>
          </a:blip>
          <a:srcRect l="24106" t="28915" r="14895" b="11193"/>
          <a:stretch/>
        </p:blipFill>
        <p:spPr>
          <a:xfrm>
            <a:off x="874700" y="1698225"/>
            <a:ext cx="2592399" cy="25454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pic>
        <p:nvPicPr>
          <p:cNvPr id="590" name="Google Shape;590;p71"/>
          <p:cNvPicPr preferRelativeResize="0"/>
          <p:nvPr/>
        </p:nvPicPr>
        <p:blipFill>
          <a:blip r:embed="rId3">
            <a:alphaModFix/>
          </a:blip>
          <a:stretch>
            <a:fillRect/>
          </a:stretch>
        </p:blipFill>
        <p:spPr>
          <a:xfrm>
            <a:off x="296500" y="3920300"/>
            <a:ext cx="4829650" cy="1021125"/>
          </a:xfrm>
          <a:prstGeom prst="rect">
            <a:avLst/>
          </a:prstGeom>
          <a:noFill/>
          <a:ln>
            <a:noFill/>
          </a:ln>
        </p:spPr>
      </p:pic>
      <p:sp>
        <p:nvSpPr>
          <p:cNvPr id="591" name="Google Shape;591;p71"/>
          <p:cNvSpPr/>
          <p:nvPr/>
        </p:nvSpPr>
        <p:spPr>
          <a:xfrm>
            <a:off x="5493600" y="75"/>
            <a:ext cx="3664800" cy="18954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DM Sans"/>
              <a:ea typeface="DM Sans"/>
              <a:cs typeface="DM Sans"/>
              <a:sym typeface="DM Sans"/>
            </a:endParaRPr>
          </a:p>
        </p:txBody>
      </p:sp>
      <p:sp>
        <p:nvSpPr>
          <p:cNvPr id="592" name="Google Shape;592;p71"/>
          <p:cNvSpPr/>
          <p:nvPr/>
        </p:nvSpPr>
        <p:spPr>
          <a:xfrm>
            <a:off x="5493600" y="1895400"/>
            <a:ext cx="3664800" cy="19110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DM Sans"/>
              <a:ea typeface="DM Sans"/>
              <a:cs typeface="DM Sans"/>
              <a:sym typeface="DM Sans"/>
            </a:endParaRPr>
          </a:p>
        </p:txBody>
      </p:sp>
      <p:sp>
        <p:nvSpPr>
          <p:cNvPr id="593" name="Google Shape;593;p71"/>
          <p:cNvSpPr/>
          <p:nvPr/>
        </p:nvSpPr>
        <p:spPr>
          <a:xfrm>
            <a:off x="5493600" y="3806275"/>
            <a:ext cx="3664800" cy="1346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DM Sans"/>
              <a:ea typeface="DM Sans"/>
              <a:cs typeface="DM Sans"/>
              <a:sym typeface="DM Sans"/>
            </a:endParaRPr>
          </a:p>
        </p:txBody>
      </p:sp>
      <p:sp>
        <p:nvSpPr>
          <p:cNvPr id="594" name="Google Shape;594;p71"/>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Finals-XX</a:t>
            </a:r>
            <a:endParaRPr/>
          </a:p>
        </p:txBody>
      </p:sp>
      <p:sp>
        <p:nvSpPr>
          <p:cNvPr id="595" name="Google Shape;595;p71"/>
          <p:cNvSpPr txBox="1">
            <a:spLocks noGrp="1"/>
          </p:cNvSpPr>
          <p:nvPr>
            <p:ph type="subTitle" idx="2"/>
          </p:nvPr>
        </p:nvSpPr>
        <p:spPr>
          <a:xfrm>
            <a:off x="361975" y="732775"/>
            <a:ext cx="3860100" cy="153900"/>
          </a:xfrm>
          <a:prstGeom prst="rect">
            <a:avLst/>
          </a:prstGeom>
        </p:spPr>
        <p:txBody>
          <a:bodyPr spcFirstLastPara="1" wrap="square" lIns="0" tIns="0" rIns="0" bIns="0" anchor="b" anchorCtr="0">
            <a:spAutoFit/>
          </a:bodyPr>
          <a:lstStyle/>
          <a:p>
            <a:pPr marL="0" lvl="0" indent="0" algn="l" rtl="0">
              <a:spcBef>
                <a:spcPts val="0"/>
              </a:spcBef>
              <a:spcAft>
                <a:spcPts val="0"/>
              </a:spcAft>
              <a:buNone/>
            </a:pPr>
            <a:r>
              <a:rPr lang="en"/>
              <a:t>Vulnerability Breakdown</a:t>
            </a:r>
            <a:endParaRPr/>
          </a:p>
        </p:txBody>
      </p:sp>
      <p:sp>
        <p:nvSpPr>
          <p:cNvPr id="596" name="Google Shape;596;p71"/>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597" name="Google Shape;597;p71"/>
          <p:cNvSpPr txBox="1">
            <a:spLocks noGrp="1"/>
          </p:cNvSpPr>
          <p:nvPr>
            <p:ph type="title"/>
          </p:nvPr>
        </p:nvSpPr>
        <p:spPr>
          <a:xfrm>
            <a:off x="5796575" y="2387076"/>
            <a:ext cx="9895200" cy="8589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24</a:t>
            </a:r>
            <a:endParaRPr/>
          </a:p>
        </p:txBody>
      </p:sp>
      <p:sp>
        <p:nvSpPr>
          <p:cNvPr id="598" name="Google Shape;598;p71"/>
          <p:cNvSpPr txBox="1">
            <a:spLocks noGrp="1"/>
          </p:cNvSpPr>
          <p:nvPr>
            <p:ph type="title" idx="3"/>
          </p:nvPr>
        </p:nvSpPr>
        <p:spPr>
          <a:xfrm>
            <a:off x="5796575" y="507450"/>
            <a:ext cx="9895200" cy="8589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35</a:t>
            </a:r>
            <a:endParaRPr/>
          </a:p>
        </p:txBody>
      </p:sp>
      <p:sp>
        <p:nvSpPr>
          <p:cNvPr id="599" name="Google Shape;599;p71"/>
          <p:cNvSpPr txBox="1">
            <a:spLocks noGrp="1"/>
          </p:cNvSpPr>
          <p:nvPr>
            <p:ph type="subTitle" idx="4"/>
          </p:nvPr>
        </p:nvSpPr>
        <p:spPr>
          <a:xfrm>
            <a:off x="5776100" y="4261025"/>
            <a:ext cx="1767600" cy="5439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Data includes vulnerabilities identified in last assessment but not described in depth due to space limitations.</a:t>
            </a:r>
            <a:endParaRPr/>
          </a:p>
        </p:txBody>
      </p:sp>
      <p:sp>
        <p:nvSpPr>
          <p:cNvPr id="600" name="Google Shape;600;p71"/>
          <p:cNvSpPr txBox="1">
            <a:spLocks noGrp="1"/>
          </p:cNvSpPr>
          <p:nvPr>
            <p:ph type="subTitle" idx="5"/>
          </p:nvPr>
        </p:nvSpPr>
        <p:spPr>
          <a:xfrm>
            <a:off x="5776100" y="3246120"/>
            <a:ext cx="2613300" cy="432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Vulnerabilities left unremediated after</a:t>
            </a:r>
            <a:endParaRPr/>
          </a:p>
          <a:p>
            <a:pPr marL="0" lvl="0" indent="0" algn="l" rtl="0">
              <a:spcBef>
                <a:spcPts val="0"/>
              </a:spcBef>
              <a:spcAft>
                <a:spcPts val="0"/>
              </a:spcAft>
              <a:buNone/>
            </a:pPr>
            <a:r>
              <a:rPr lang="en"/>
              <a:t>last assessment</a:t>
            </a:r>
            <a:endParaRPr/>
          </a:p>
        </p:txBody>
      </p:sp>
      <p:sp>
        <p:nvSpPr>
          <p:cNvPr id="601" name="Google Shape;601;p71"/>
          <p:cNvSpPr txBox="1">
            <a:spLocks noGrp="1"/>
          </p:cNvSpPr>
          <p:nvPr>
            <p:ph type="subTitle" idx="6"/>
          </p:nvPr>
        </p:nvSpPr>
        <p:spPr>
          <a:xfrm>
            <a:off x="5776100" y="1343775"/>
            <a:ext cx="2613300" cy="4830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Novel vulnerabilities discovered since last assessment</a:t>
            </a:r>
            <a:endParaRPr/>
          </a:p>
          <a:p>
            <a:pPr marL="0" lvl="0" indent="0" algn="l" rtl="0">
              <a:spcBef>
                <a:spcPts val="0"/>
              </a:spcBef>
              <a:spcAft>
                <a:spcPts val="0"/>
              </a:spcAft>
              <a:buNone/>
            </a:pPr>
            <a:endParaRPr/>
          </a:p>
        </p:txBody>
      </p:sp>
      <p:cxnSp>
        <p:nvCxnSpPr>
          <p:cNvPr id="602" name="Google Shape;602;p71"/>
          <p:cNvCxnSpPr>
            <a:stCxn id="603" idx="3"/>
          </p:cNvCxnSpPr>
          <p:nvPr/>
        </p:nvCxnSpPr>
        <p:spPr>
          <a:xfrm rot="10800000" flipH="1">
            <a:off x="1280275" y="1158250"/>
            <a:ext cx="1089600" cy="18000"/>
          </a:xfrm>
          <a:prstGeom prst="straightConnector1">
            <a:avLst/>
          </a:prstGeom>
          <a:noFill/>
          <a:ln w="9525" cap="flat" cmpd="sng">
            <a:solidFill>
              <a:schemeClr val="accent1"/>
            </a:solidFill>
            <a:prstDash val="solid"/>
            <a:round/>
            <a:headEnd type="none" w="med" len="med"/>
            <a:tailEnd type="none" w="med" len="med"/>
          </a:ln>
        </p:spPr>
      </p:cxnSp>
      <p:cxnSp>
        <p:nvCxnSpPr>
          <p:cNvPr id="604" name="Google Shape;604;p71"/>
          <p:cNvCxnSpPr>
            <a:stCxn id="605" idx="3"/>
          </p:cNvCxnSpPr>
          <p:nvPr/>
        </p:nvCxnSpPr>
        <p:spPr>
          <a:xfrm>
            <a:off x="922075" y="2602115"/>
            <a:ext cx="1127700" cy="11400"/>
          </a:xfrm>
          <a:prstGeom prst="straightConnector1">
            <a:avLst/>
          </a:prstGeom>
          <a:noFill/>
          <a:ln w="9525" cap="flat" cmpd="sng">
            <a:solidFill>
              <a:schemeClr val="accent1"/>
            </a:solidFill>
            <a:prstDash val="solid"/>
            <a:round/>
            <a:headEnd type="none" w="med" len="med"/>
            <a:tailEnd type="none" w="med" len="med"/>
          </a:ln>
        </p:spPr>
      </p:cxnSp>
      <p:cxnSp>
        <p:nvCxnSpPr>
          <p:cNvPr id="606" name="Google Shape;606;p71"/>
          <p:cNvCxnSpPr>
            <a:endCxn id="607" idx="1"/>
          </p:cNvCxnSpPr>
          <p:nvPr/>
        </p:nvCxnSpPr>
        <p:spPr>
          <a:xfrm>
            <a:off x="3468150" y="3463173"/>
            <a:ext cx="1150800" cy="0"/>
          </a:xfrm>
          <a:prstGeom prst="straightConnector1">
            <a:avLst/>
          </a:prstGeom>
          <a:noFill/>
          <a:ln w="9525" cap="flat" cmpd="sng">
            <a:solidFill>
              <a:schemeClr val="accent1"/>
            </a:solidFill>
            <a:prstDash val="solid"/>
            <a:round/>
            <a:headEnd type="none" w="med" len="med"/>
            <a:tailEnd type="none" w="med" len="med"/>
          </a:ln>
        </p:spPr>
      </p:cxnSp>
      <p:cxnSp>
        <p:nvCxnSpPr>
          <p:cNvPr id="608" name="Google Shape;608;p71"/>
          <p:cNvCxnSpPr/>
          <p:nvPr/>
        </p:nvCxnSpPr>
        <p:spPr>
          <a:xfrm>
            <a:off x="3357800" y="1482462"/>
            <a:ext cx="1083300" cy="0"/>
          </a:xfrm>
          <a:prstGeom prst="straightConnector1">
            <a:avLst/>
          </a:prstGeom>
          <a:noFill/>
          <a:ln w="9525" cap="flat" cmpd="sng">
            <a:solidFill>
              <a:schemeClr val="accent1"/>
            </a:solidFill>
            <a:prstDash val="solid"/>
            <a:round/>
            <a:headEnd type="none" w="med" len="med"/>
            <a:tailEnd type="none" w="med" len="med"/>
          </a:ln>
        </p:spPr>
      </p:cxnSp>
      <p:sp>
        <p:nvSpPr>
          <p:cNvPr id="603" name="Google Shape;603;p71"/>
          <p:cNvSpPr txBox="1"/>
          <p:nvPr/>
        </p:nvSpPr>
        <p:spPr>
          <a:xfrm>
            <a:off x="895375" y="1068550"/>
            <a:ext cx="3849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a:solidFill>
                  <a:schemeClr val="dk1"/>
                </a:solidFill>
                <a:latin typeface="Newsreader"/>
                <a:ea typeface="Newsreader"/>
                <a:cs typeface="Newsreader"/>
                <a:sym typeface="Newsreader"/>
              </a:rPr>
              <a:t>Low</a:t>
            </a:r>
            <a:endParaRPr>
              <a:solidFill>
                <a:schemeClr val="dk1"/>
              </a:solidFill>
              <a:latin typeface="Newsreader"/>
              <a:ea typeface="Newsreader"/>
              <a:cs typeface="Newsreader"/>
              <a:sym typeface="Newsreader"/>
            </a:endParaRPr>
          </a:p>
        </p:txBody>
      </p:sp>
      <p:sp>
        <p:nvSpPr>
          <p:cNvPr id="605" name="Google Shape;605;p71"/>
          <p:cNvSpPr txBox="1"/>
          <p:nvPr/>
        </p:nvSpPr>
        <p:spPr>
          <a:xfrm>
            <a:off x="209575" y="2494415"/>
            <a:ext cx="7125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a:solidFill>
                  <a:schemeClr val="dk1"/>
                </a:solidFill>
                <a:latin typeface="Newsreader"/>
                <a:ea typeface="Newsreader"/>
                <a:cs typeface="Newsreader"/>
                <a:sym typeface="Newsreader"/>
              </a:rPr>
              <a:t>Medium</a:t>
            </a:r>
            <a:endParaRPr>
              <a:solidFill>
                <a:schemeClr val="dk1"/>
              </a:solidFill>
              <a:latin typeface="Newsreader"/>
              <a:ea typeface="Newsreader"/>
              <a:cs typeface="Newsreader"/>
              <a:sym typeface="Newsreader"/>
            </a:endParaRPr>
          </a:p>
        </p:txBody>
      </p:sp>
      <p:sp>
        <p:nvSpPr>
          <p:cNvPr id="609" name="Google Shape;609;p71"/>
          <p:cNvSpPr txBox="1"/>
          <p:nvPr/>
        </p:nvSpPr>
        <p:spPr>
          <a:xfrm>
            <a:off x="4441175" y="1374762"/>
            <a:ext cx="619500" cy="2154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n">
                <a:solidFill>
                  <a:schemeClr val="dk1"/>
                </a:solidFill>
                <a:latin typeface="Newsreader"/>
                <a:ea typeface="Newsreader"/>
                <a:cs typeface="Newsreader"/>
                <a:sym typeface="Newsreader"/>
              </a:rPr>
              <a:t>Critical</a:t>
            </a:r>
            <a:endParaRPr>
              <a:solidFill>
                <a:schemeClr val="dk1"/>
              </a:solidFill>
              <a:latin typeface="Newsreader"/>
              <a:ea typeface="Newsreader"/>
              <a:cs typeface="Newsreader"/>
              <a:sym typeface="Newsreader"/>
            </a:endParaRPr>
          </a:p>
        </p:txBody>
      </p:sp>
      <p:sp>
        <p:nvSpPr>
          <p:cNvPr id="607" name="Google Shape;607;p71"/>
          <p:cNvSpPr txBox="1"/>
          <p:nvPr/>
        </p:nvSpPr>
        <p:spPr>
          <a:xfrm>
            <a:off x="4618950" y="3355473"/>
            <a:ext cx="441600" cy="2154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n">
                <a:solidFill>
                  <a:schemeClr val="dk1"/>
                </a:solidFill>
                <a:latin typeface="Newsreader"/>
                <a:ea typeface="Newsreader"/>
                <a:cs typeface="Newsreader"/>
                <a:sym typeface="Newsreader"/>
              </a:rPr>
              <a:t>High</a:t>
            </a:r>
            <a:endParaRPr>
              <a:solidFill>
                <a:schemeClr val="dk1"/>
              </a:solidFill>
              <a:latin typeface="Newsreader"/>
              <a:ea typeface="Newsreader"/>
              <a:cs typeface="Newsreader"/>
              <a:sym typeface="Newsreader"/>
            </a:endParaRPr>
          </a:p>
        </p:txBody>
      </p:sp>
      <p:pic>
        <p:nvPicPr>
          <p:cNvPr id="610" name="Google Shape;610;p71"/>
          <p:cNvPicPr preferRelativeResize="0"/>
          <p:nvPr/>
        </p:nvPicPr>
        <p:blipFill>
          <a:blip r:embed="rId4">
            <a:alphaModFix/>
          </a:blip>
          <a:stretch>
            <a:fillRect/>
          </a:stretch>
        </p:blipFill>
        <p:spPr>
          <a:xfrm>
            <a:off x="1209038" y="894962"/>
            <a:ext cx="3004562" cy="3004589"/>
          </a:xfrm>
          <a:prstGeom prst="rect">
            <a:avLst/>
          </a:prstGeom>
          <a:noFill/>
          <a:ln>
            <a:noFill/>
          </a:ln>
        </p:spPr>
      </p:pic>
      <p:pic>
        <p:nvPicPr>
          <p:cNvPr id="611" name="Google Shape;611;p71"/>
          <p:cNvPicPr preferRelativeResize="0"/>
          <p:nvPr/>
        </p:nvPicPr>
        <p:blipFill>
          <a:blip r:embed="rId5">
            <a:alphaModFix/>
          </a:blip>
          <a:stretch>
            <a:fillRect/>
          </a:stretch>
        </p:blipFill>
        <p:spPr>
          <a:xfrm>
            <a:off x="7928198" y="3954035"/>
            <a:ext cx="999373" cy="999373"/>
          </a:xfrm>
          <a:prstGeom prst="rect">
            <a:avLst/>
          </a:prstGeom>
          <a:noFill/>
          <a:ln>
            <a:noFill/>
          </a:ln>
          <a:effectLst>
            <a:outerShdw blurRad="28575" dist="9525" dir="5400000" algn="bl" rotWithShape="0">
              <a:srgbClr val="DCDCDC">
                <a:alpha val="4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72"/>
          <p:cNvSpPr/>
          <p:nvPr/>
        </p:nvSpPr>
        <p:spPr>
          <a:xfrm>
            <a:off x="4455750" y="533413"/>
            <a:ext cx="4694100" cy="13605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DM Sans"/>
              <a:ea typeface="DM Sans"/>
              <a:cs typeface="DM Sans"/>
              <a:sym typeface="DM Sans"/>
            </a:endParaRPr>
          </a:p>
        </p:txBody>
      </p:sp>
      <p:sp>
        <p:nvSpPr>
          <p:cNvPr id="617" name="Google Shape;617;p72"/>
          <p:cNvSpPr/>
          <p:nvPr/>
        </p:nvSpPr>
        <p:spPr>
          <a:xfrm>
            <a:off x="4455750" y="1894006"/>
            <a:ext cx="4694100" cy="13605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DM Sans"/>
              <a:ea typeface="DM Sans"/>
              <a:cs typeface="DM Sans"/>
              <a:sym typeface="DM Sans"/>
            </a:endParaRPr>
          </a:p>
        </p:txBody>
      </p:sp>
      <p:sp>
        <p:nvSpPr>
          <p:cNvPr id="618" name="Google Shape;618;p72"/>
          <p:cNvSpPr/>
          <p:nvPr/>
        </p:nvSpPr>
        <p:spPr>
          <a:xfrm>
            <a:off x="4455750" y="3249593"/>
            <a:ext cx="4694100" cy="13605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DM Sans"/>
              <a:ea typeface="DM Sans"/>
              <a:cs typeface="DM Sans"/>
              <a:sym typeface="DM Sans"/>
            </a:endParaRPr>
          </a:p>
        </p:txBody>
      </p:sp>
      <p:sp>
        <p:nvSpPr>
          <p:cNvPr id="619" name="Google Shape;619;p72"/>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620" name="Google Shape;620;p72"/>
          <p:cNvSpPr txBox="1">
            <a:spLocks noGrp="1"/>
          </p:cNvSpPr>
          <p:nvPr>
            <p:ph type="subTitle" idx="1"/>
          </p:nvPr>
        </p:nvSpPr>
        <p:spPr>
          <a:xfrm>
            <a:off x="361975" y="217725"/>
            <a:ext cx="4163100" cy="237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Finals-XX</a:t>
            </a:r>
            <a:endParaRPr/>
          </a:p>
        </p:txBody>
      </p:sp>
      <p:sp>
        <p:nvSpPr>
          <p:cNvPr id="621" name="Google Shape;621;p72"/>
          <p:cNvSpPr txBox="1">
            <a:spLocks noGrp="1"/>
          </p:cNvSpPr>
          <p:nvPr>
            <p:ph type="body" idx="2"/>
          </p:nvPr>
        </p:nvSpPr>
        <p:spPr>
          <a:xfrm>
            <a:off x="4742807" y="1154288"/>
            <a:ext cx="3467700" cy="507900"/>
          </a:xfrm>
          <a:prstGeom prst="rect">
            <a:avLst/>
          </a:prstGeom>
        </p:spPr>
        <p:txBody>
          <a:bodyPr spcFirstLastPara="1" wrap="square" lIns="0" tIns="0" rIns="0" bIns="0" anchor="t" anchorCtr="0">
            <a:spAutoFit/>
          </a:bodyPr>
          <a:lstStyle/>
          <a:p>
            <a:pPr marL="457200" lvl="0" indent="-298450" algn="l" rtl="0">
              <a:spcBef>
                <a:spcPts val="0"/>
              </a:spcBef>
              <a:spcAft>
                <a:spcPts val="0"/>
              </a:spcAft>
              <a:buSzPts val="1100"/>
              <a:buChar char="-"/>
            </a:pPr>
            <a:r>
              <a:rPr lang="en" sz="1100"/>
              <a:t>Exfiltration of customer data (PII)</a:t>
            </a:r>
            <a:endParaRPr sz="1100"/>
          </a:p>
          <a:p>
            <a:pPr marL="457200" lvl="0" indent="-298450" algn="l" rtl="0">
              <a:spcBef>
                <a:spcPts val="0"/>
              </a:spcBef>
              <a:spcAft>
                <a:spcPts val="0"/>
              </a:spcAft>
              <a:buSzPts val="1100"/>
              <a:buChar char="-"/>
            </a:pPr>
            <a:r>
              <a:rPr lang="en" sz="1100"/>
              <a:t>Exposure of internal company documents</a:t>
            </a:r>
            <a:endParaRPr sz="1100"/>
          </a:p>
          <a:p>
            <a:pPr marL="457200" lvl="0" indent="-298450" algn="l" rtl="0">
              <a:spcBef>
                <a:spcPts val="0"/>
              </a:spcBef>
              <a:spcAft>
                <a:spcPts val="0"/>
              </a:spcAft>
              <a:buSzPts val="1100"/>
              <a:buChar char="-"/>
            </a:pPr>
            <a:r>
              <a:rPr lang="en" sz="1100"/>
              <a:t>Employee credential leakage</a:t>
            </a:r>
            <a:endParaRPr sz="1100"/>
          </a:p>
        </p:txBody>
      </p:sp>
      <p:sp>
        <p:nvSpPr>
          <p:cNvPr id="622" name="Google Shape;622;p72"/>
          <p:cNvSpPr txBox="1">
            <a:spLocks noGrp="1"/>
          </p:cNvSpPr>
          <p:nvPr>
            <p:ph type="subTitle" idx="3"/>
          </p:nvPr>
        </p:nvSpPr>
        <p:spPr>
          <a:xfrm>
            <a:off x="4742807" y="799742"/>
            <a:ext cx="3467700" cy="2310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1500"/>
              <a:t>Confidentiality</a:t>
            </a:r>
            <a:endParaRPr sz="1500"/>
          </a:p>
        </p:txBody>
      </p:sp>
      <p:sp>
        <p:nvSpPr>
          <p:cNvPr id="623" name="Google Shape;623;p72"/>
          <p:cNvSpPr txBox="1">
            <a:spLocks noGrp="1"/>
          </p:cNvSpPr>
          <p:nvPr>
            <p:ph type="body" idx="4"/>
          </p:nvPr>
        </p:nvSpPr>
        <p:spPr>
          <a:xfrm>
            <a:off x="4742807" y="2470407"/>
            <a:ext cx="3467700" cy="507900"/>
          </a:xfrm>
          <a:prstGeom prst="rect">
            <a:avLst/>
          </a:prstGeom>
        </p:spPr>
        <p:txBody>
          <a:bodyPr spcFirstLastPara="1" wrap="square" lIns="0" tIns="0" rIns="0" bIns="0" anchor="t" anchorCtr="0">
            <a:spAutoFit/>
          </a:bodyPr>
          <a:lstStyle/>
          <a:p>
            <a:pPr marL="457200" lvl="0" indent="-298450" algn="l" rtl="0">
              <a:spcBef>
                <a:spcPts val="0"/>
              </a:spcBef>
              <a:spcAft>
                <a:spcPts val="0"/>
              </a:spcAft>
              <a:buSzPts val="1100"/>
              <a:buChar char="-"/>
            </a:pPr>
            <a:r>
              <a:rPr lang="en" sz="1100"/>
              <a:t>Data modification or defacement</a:t>
            </a:r>
            <a:endParaRPr sz="1100"/>
          </a:p>
          <a:p>
            <a:pPr marL="457200" lvl="0" indent="-298450" algn="l" rtl="0">
              <a:spcBef>
                <a:spcPts val="0"/>
              </a:spcBef>
              <a:spcAft>
                <a:spcPts val="0"/>
              </a:spcAft>
              <a:buSzPts val="1100"/>
              <a:buChar char="-"/>
            </a:pPr>
            <a:r>
              <a:rPr lang="en" sz="1100"/>
              <a:t>Services could spread misinformation</a:t>
            </a:r>
            <a:endParaRPr sz="1100"/>
          </a:p>
          <a:p>
            <a:pPr marL="457200" lvl="0" indent="-298450" algn="l" rtl="0">
              <a:spcBef>
                <a:spcPts val="0"/>
              </a:spcBef>
              <a:spcAft>
                <a:spcPts val="0"/>
              </a:spcAft>
              <a:buSzPts val="1100"/>
              <a:buChar char="-"/>
            </a:pPr>
            <a:r>
              <a:rPr lang="en" sz="1100"/>
              <a:t>Hijack cruise control</a:t>
            </a:r>
            <a:endParaRPr sz="1100"/>
          </a:p>
        </p:txBody>
      </p:sp>
      <p:sp>
        <p:nvSpPr>
          <p:cNvPr id="624" name="Google Shape;624;p72"/>
          <p:cNvSpPr txBox="1">
            <a:spLocks noGrp="1"/>
          </p:cNvSpPr>
          <p:nvPr>
            <p:ph type="subTitle" idx="5"/>
          </p:nvPr>
        </p:nvSpPr>
        <p:spPr>
          <a:xfrm>
            <a:off x="4742807" y="2115860"/>
            <a:ext cx="3467700" cy="2310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1500"/>
              <a:t>Integrity</a:t>
            </a:r>
            <a:endParaRPr sz="1500"/>
          </a:p>
        </p:txBody>
      </p:sp>
      <p:sp>
        <p:nvSpPr>
          <p:cNvPr id="625" name="Google Shape;625;p72"/>
          <p:cNvSpPr txBox="1">
            <a:spLocks noGrp="1"/>
          </p:cNvSpPr>
          <p:nvPr>
            <p:ph type="body" idx="6"/>
          </p:nvPr>
        </p:nvSpPr>
        <p:spPr>
          <a:xfrm>
            <a:off x="4742807" y="3828493"/>
            <a:ext cx="3467700" cy="507900"/>
          </a:xfrm>
          <a:prstGeom prst="rect">
            <a:avLst/>
          </a:prstGeom>
        </p:spPr>
        <p:txBody>
          <a:bodyPr spcFirstLastPara="1" wrap="square" lIns="0" tIns="0" rIns="0" bIns="0" anchor="t" anchorCtr="0">
            <a:spAutoFit/>
          </a:bodyPr>
          <a:lstStyle/>
          <a:p>
            <a:pPr marL="457200" lvl="0" indent="-298450" algn="l" rtl="0">
              <a:spcBef>
                <a:spcPts val="0"/>
              </a:spcBef>
              <a:spcAft>
                <a:spcPts val="0"/>
              </a:spcAft>
              <a:buSzPts val="1100"/>
              <a:buChar char="-"/>
            </a:pPr>
            <a:r>
              <a:rPr lang="en" sz="1100"/>
              <a:t>Disable critical systems</a:t>
            </a:r>
            <a:endParaRPr sz="1100"/>
          </a:p>
          <a:p>
            <a:pPr marL="457200" lvl="0" indent="-298450" algn="l" rtl="0">
              <a:spcBef>
                <a:spcPts val="0"/>
              </a:spcBef>
              <a:spcAft>
                <a:spcPts val="0"/>
              </a:spcAft>
              <a:buSzPts val="1100"/>
              <a:buChar char="-"/>
            </a:pPr>
            <a:r>
              <a:rPr lang="en" sz="1100"/>
              <a:t>Endanger customer safety</a:t>
            </a:r>
            <a:endParaRPr sz="1100"/>
          </a:p>
          <a:p>
            <a:pPr marL="457200" lvl="0" indent="-298450" algn="l" rtl="0">
              <a:spcBef>
                <a:spcPts val="0"/>
              </a:spcBef>
              <a:spcAft>
                <a:spcPts val="0"/>
              </a:spcAft>
              <a:buSzPts val="1100"/>
              <a:buChar char="-"/>
            </a:pPr>
            <a:r>
              <a:rPr lang="en" sz="1100"/>
              <a:t>Guest services disruption</a:t>
            </a:r>
            <a:endParaRPr sz="1100"/>
          </a:p>
        </p:txBody>
      </p:sp>
      <p:sp>
        <p:nvSpPr>
          <p:cNvPr id="626" name="Google Shape;626;p72"/>
          <p:cNvSpPr txBox="1">
            <a:spLocks noGrp="1"/>
          </p:cNvSpPr>
          <p:nvPr>
            <p:ph type="subTitle" idx="7"/>
          </p:nvPr>
        </p:nvSpPr>
        <p:spPr>
          <a:xfrm>
            <a:off x="4742807" y="3473946"/>
            <a:ext cx="3467700" cy="2310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1500"/>
              <a:t>Availability</a:t>
            </a:r>
            <a:endParaRPr sz="1500"/>
          </a:p>
        </p:txBody>
      </p:sp>
      <p:sp>
        <p:nvSpPr>
          <p:cNvPr id="627" name="Google Shape;627;p72"/>
          <p:cNvSpPr txBox="1">
            <a:spLocks noGrp="1"/>
          </p:cNvSpPr>
          <p:nvPr>
            <p:ph type="title"/>
          </p:nvPr>
        </p:nvSpPr>
        <p:spPr>
          <a:xfrm>
            <a:off x="361975" y="988555"/>
            <a:ext cx="3860100" cy="400200"/>
          </a:xfrm>
          <a:prstGeom prst="rect">
            <a:avLst/>
          </a:prstGeom>
        </p:spPr>
        <p:txBody>
          <a:bodyPr spcFirstLastPara="1" wrap="square" lIns="0" tIns="0" rIns="0" bIns="0" anchor="t" anchorCtr="0">
            <a:spAutoFit/>
          </a:bodyPr>
          <a:lstStyle/>
          <a:p>
            <a:pPr marL="0" lvl="0" indent="0" algn="l" rtl="0">
              <a:lnSpc>
                <a:spcPct val="100000"/>
              </a:lnSpc>
              <a:spcBef>
                <a:spcPts val="0"/>
              </a:spcBef>
              <a:spcAft>
                <a:spcPts val="0"/>
              </a:spcAft>
              <a:buNone/>
            </a:pPr>
            <a:r>
              <a:rPr lang="en" sz="2600"/>
              <a:t>Business Impact</a:t>
            </a:r>
            <a:endParaRPr sz="2600"/>
          </a:p>
        </p:txBody>
      </p:sp>
      <p:sp>
        <p:nvSpPr>
          <p:cNvPr id="628" name="Google Shape;628;p72"/>
          <p:cNvSpPr txBox="1">
            <a:spLocks noGrp="1"/>
          </p:cNvSpPr>
          <p:nvPr>
            <p:ph type="subTitle" idx="8"/>
          </p:nvPr>
        </p:nvSpPr>
        <p:spPr>
          <a:xfrm>
            <a:off x="361975" y="732775"/>
            <a:ext cx="3860100" cy="153900"/>
          </a:xfrm>
          <a:prstGeom prst="rect">
            <a:avLst/>
          </a:prstGeom>
        </p:spPr>
        <p:txBody>
          <a:bodyPr spcFirstLastPara="1" wrap="square" lIns="0" tIns="0" rIns="0" bIns="0" anchor="b" anchorCtr="0">
            <a:spAutoFit/>
          </a:bodyPr>
          <a:lstStyle/>
          <a:p>
            <a:pPr marL="0" lvl="0" indent="0" algn="l" rtl="0">
              <a:spcBef>
                <a:spcPts val="0"/>
              </a:spcBef>
              <a:spcAft>
                <a:spcPts val="0"/>
              </a:spcAft>
              <a:buNone/>
            </a:pPr>
            <a:r>
              <a:rPr lang="en"/>
              <a:t>All Ports Tours</a:t>
            </a:r>
            <a:endParaRPr/>
          </a:p>
        </p:txBody>
      </p:sp>
      <p:pic>
        <p:nvPicPr>
          <p:cNvPr id="629" name="Google Shape;629;p72"/>
          <p:cNvPicPr preferRelativeResize="0"/>
          <p:nvPr/>
        </p:nvPicPr>
        <p:blipFill>
          <a:blip r:embed="rId3">
            <a:alphaModFix/>
          </a:blip>
          <a:stretch>
            <a:fillRect/>
          </a:stretch>
        </p:blipFill>
        <p:spPr>
          <a:xfrm>
            <a:off x="304798" y="3686938"/>
            <a:ext cx="999373" cy="999373"/>
          </a:xfrm>
          <a:prstGeom prst="rect">
            <a:avLst/>
          </a:prstGeom>
          <a:noFill/>
          <a:ln>
            <a:noFill/>
          </a:ln>
          <a:effectLst>
            <a:outerShdw blurRad="28575" dist="9525" dir="5400000" algn="bl" rotWithShape="0">
              <a:srgbClr val="DCDCDC">
                <a:alpha val="4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73"/>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635" name="Google Shape;635;p73"/>
          <p:cNvSpPr txBox="1">
            <a:spLocks noGrp="1"/>
          </p:cNvSpPr>
          <p:nvPr>
            <p:ph type="subTitle" idx="9"/>
          </p:nvPr>
        </p:nvSpPr>
        <p:spPr>
          <a:xfrm>
            <a:off x="361975" y="217725"/>
            <a:ext cx="4163100" cy="237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Finals-XX</a:t>
            </a:r>
            <a:endParaRPr/>
          </a:p>
        </p:txBody>
      </p:sp>
      <p:sp>
        <p:nvSpPr>
          <p:cNvPr id="636" name="Google Shape;636;p73"/>
          <p:cNvSpPr txBox="1"/>
          <p:nvPr/>
        </p:nvSpPr>
        <p:spPr>
          <a:xfrm>
            <a:off x="361975" y="988555"/>
            <a:ext cx="3860100" cy="4002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600">
                <a:solidFill>
                  <a:schemeClr val="dk1"/>
                </a:solidFill>
                <a:latin typeface="Newsreader"/>
                <a:ea typeface="Newsreader"/>
                <a:cs typeface="Newsreader"/>
                <a:sym typeface="Newsreader"/>
              </a:rPr>
              <a:t>Objectives</a:t>
            </a:r>
            <a:endParaRPr sz="2600">
              <a:solidFill>
                <a:srgbClr val="F9F9F9"/>
              </a:solidFill>
              <a:latin typeface="Newsreader"/>
              <a:ea typeface="Newsreader"/>
              <a:cs typeface="Newsreader"/>
              <a:sym typeface="Newsreader"/>
            </a:endParaRPr>
          </a:p>
        </p:txBody>
      </p:sp>
      <p:sp>
        <p:nvSpPr>
          <p:cNvPr id="637" name="Google Shape;637;p73"/>
          <p:cNvSpPr txBox="1"/>
          <p:nvPr/>
        </p:nvSpPr>
        <p:spPr>
          <a:xfrm>
            <a:off x="361975" y="732775"/>
            <a:ext cx="3860100" cy="153900"/>
          </a:xfrm>
          <a:prstGeom prst="rect">
            <a:avLst/>
          </a:prstGeom>
          <a:noFill/>
          <a:ln>
            <a:noFill/>
          </a:ln>
        </p:spPr>
        <p:txBody>
          <a:bodyPr spcFirstLastPara="1" wrap="square" lIns="0" tIns="0" rIns="0" bIns="0" anchor="b" anchorCtr="0">
            <a:spAutoFit/>
          </a:bodyPr>
          <a:lstStyle/>
          <a:p>
            <a:pPr marL="0" lvl="0" indent="0" algn="l" rtl="0">
              <a:spcBef>
                <a:spcPts val="0"/>
              </a:spcBef>
              <a:spcAft>
                <a:spcPts val="0"/>
              </a:spcAft>
              <a:buNone/>
            </a:pPr>
            <a:r>
              <a:rPr lang="en" sz="1000">
                <a:solidFill>
                  <a:srgbClr val="F9F9F9"/>
                </a:solidFill>
                <a:latin typeface="DM Sans Light"/>
                <a:ea typeface="DM Sans Light"/>
                <a:cs typeface="DM Sans Light"/>
                <a:sym typeface="DM Sans Light"/>
              </a:rPr>
              <a:t>All Ports Tours</a:t>
            </a:r>
            <a:endParaRPr sz="1000">
              <a:solidFill>
                <a:srgbClr val="F9F9F9"/>
              </a:solidFill>
              <a:latin typeface="DM Sans Light"/>
              <a:ea typeface="DM Sans Light"/>
              <a:cs typeface="DM Sans Light"/>
              <a:sym typeface="DM Sans Light"/>
            </a:endParaRPr>
          </a:p>
        </p:txBody>
      </p:sp>
      <p:sp>
        <p:nvSpPr>
          <p:cNvPr id="638" name="Google Shape;638;p73"/>
          <p:cNvSpPr/>
          <p:nvPr/>
        </p:nvSpPr>
        <p:spPr>
          <a:xfrm>
            <a:off x="50" y="2785800"/>
            <a:ext cx="2294400" cy="2357400"/>
          </a:xfrm>
          <a:prstGeom prst="rect">
            <a:avLst/>
          </a:prstGeom>
          <a:solidFill>
            <a:srgbClr val="B4D0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39" name="Google Shape;639;p73"/>
          <p:cNvSpPr/>
          <p:nvPr/>
        </p:nvSpPr>
        <p:spPr>
          <a:xfrm>
            <a:off x="2294450" y="2103125"/>
            <a:ext cx="2294400" cy="3040500"/>
          </a:xfrm>
          <a:prstGeom prst="rect">
            <a:avLst/>
          </a:prstGeom>
          <a:solidFill>
            <a:srgbClr val="9FC2F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40" name="Google Shape;640;p73"/>
          <p:cNvSpPr/>
          <p:nvPr/>
        </p:nvSpPr>
        <p:spPr>
          <a:xfrm>
            <a:off x="4572000" y="1419750"/>
            <a:ext cx="2294400" cy="3723900"/>
          </a:xfrm>
          <a:prstGeom prst="rect">
            <a:avLst/>
          </a:prstGeom>
          <a:solidFill>
            <a:srgbClr val="A6DA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41" name="Google Shape;641;p73"/>
          <p:cNvSpPr/>
          <p:nvPr/>
        </p:nvSpPr>
        <p:spPr>
          <a:xfrm>
            <a:off x="6849550" y="732775"/>
            <a:ext cx="2294400" cy="4410600"/>
          </a:xfrm>
          <a:prstGeom prst="rect">
            <a:avLst/>
          </a:prstGeom>
          <a:solidFill>
            <a:srgbClr val="8FDB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642" name="Google Shape;642;p73"/>
          <p:cNvSpPr txBox="1"/>
          <p:nvPr/>
        </p:nvSpPr>
        <p:spPr>
          <a:xfrm>
            <a:off x="375350" y="4481351"/>
            <a:ext cx="675900" cy="152400"/>
          </a:xfrm>
          <a:prstGeom prst="rect">
            <a:avLst/>
          </a:prstGeom>
          <a:noFill/>
          <a:ln>
            <a:noFill/>
          </a:ln>
        </p:spPr>
        <p:txBody>
          <a:bodyPr spcFirstLastPara="1" wrap="square" lIns="0" tIns="0" rIns="91425" bIns="0" anchor="b" anchorCtr="0">
            <a:noAutofit/>
          </a:bodyPr>
          <a:lstStyle/>
          <a:p>
            <a:pPr marL="0" lvl="0" indent="0" algn="l" rtl="0">
              <a:lnSpc>
                <a:spcPct val="90000"/>
              </a:lnSpc>
              <a:spcBef>
                <a:spcPts val="0"/>
              </a:spcBef>
              <a:spcAft>
                <a:spcPts val="0"/>
              </a:spcAft>
              <a:buNone/>
            </a:pPr>
            <a:r>
              <a:rPr lang="en" sz="3000">
                <a:solidFill>
                  <a:srgbClr val="061D83"/>
                </a:solidFill>
                <a:latin typeface="Newsreader"/>
                <a:ea typeface="Newsreader"/>
                <a:cs typeface="Newsreader"/>
                <a:sym typeface="Newsreader"/>
              </a:rPr>
              <a:t>01</a:t>
            </a:r>
            <a:endParaRPr sz="3000">
              <a:solidFill>
                <a:srgbClr val="061D83"/>
              </a:solidFill>
              <a:latin typeface="Newsreader"/>
              <a:ea typeface="Newsreader"/>
              <a:cs typeface="Newsreader"/>
              <a:sym typeface="Newsreader"/>
            </a:endParaRPr>
          </a:p>
        </p:txBody>
      </p:sp>
      <p:sp>
        <p:nvSpPr>
          <p:cNvPr id="643" name="Google Shape;643;p73"/>
          <p:cNvSpPr txBox="1"/>
          <p:nvPr/>
        </p:nvSpPr>
        <p:spPr>
          <a:xfrm>
            <a:off x="2661575" y="4481351"/>
            <a:ext cx="675900" cy="152400"/>
          </a:xfrm>
          <a:prstGeom prst="rect">
            <a:avLst/>
          </a:prstGeom>
          <a:noFill/>
          <a:ln>
            <a:noFill/>
          </a:ln>
        </p:spPr>
        <p:txBody>
          <a:bodyPr spcFirstLastPara="1" wrap="square" lIns="0" tIns="0" rIns="91425" bIns="0" anchor="b" anchorCtr="0">
            <a:noAutofit/>
          </a:bodyPr>
          <a:lstStyle/>
          <a:p>
            <a:pPr marL="0" lvl="0" indent="0" algn="l" rtl="0">
              <a:lnSpc>
                <a:spcPct val="90000"/>
              </a:lnSpc>
              <a:spcBef>
                <a:spcPts val="0"/>
              </a:spcBef>
              <a:spcAft>
                <a:spcPts val="0"/>
              </a:spcAft>
              <a:buNone/>
            </a:pPr>
            <a:r>
              <a:rPr lang="en" sz="3000">
                <a:solidFill>
                  <a:srgbClr val="061D83"/>
                </a:solidFill>
                <a:latin typeface="Newsreader"/>
                <a:ea typeface="Newsreader"/>
                <a:cs typeface="Newsreader"/>
                <a:sym typeface="Newsreader"/>
              </a:rPr>
              <a:t>02</a:t>
            </a:r>
            <a:endParaRPr sz="3000">
              <a:solidFill>
                <a:srgbClr val="061D83"/>
              </a:solidFill>
              <a:latin typeface="Newsreader"/>
              <a:ea typeface="Newsreader"/>
              <a:cs typeface="Newsreader"/>
              <a:sym typeface="Newsreader"/>
            </a:endParaRPr>
          </a:p>
        </p:txBody>
      </p:sp>
      <p:sp>
        <p:nvSpPr>
          <p:cNvPr id="644" name="Google Shape;644;p73"/>
          <p:cNvSpPr txBox="1"/>
          <p:nvPr/>
        </p:nvSpPr>
        <p:spPr>
          <a:xfrm>
            <a:off x="4947813" y="4480560"/>
            <a:ext cx="675900" cy="152400"/>
          </a:xfrm>
          <a:prstGeom prst="rect">
            <a:avLst/>
          </a:prstGeom>
          <a:noFill/>
          <a:ln>
            <a:noFill/>
          </a:ln>
        </p:spPr>
        <p:txBody>
          <a:bodyPr spcFirstLastPara="1" wrap="square" lIns="0" tIns="0" rIns="91425" bIns="0" anchor="b" anchorCtr="0">
            <a:noAutofit/>
          </a:bodyPr>
          <a:lstStyle/>
          <a:p>
            <a:pPr marL="0" lvl="0" indent="0" algn="l" rtl="0">
              <a:lnSpc>
                <a:spcPct val="90000"/>
              </a:lnSpc>
              <a:spcBef>
                <a:spcPts val="0"/>
              </a:spcBef>
              <a:spcAft>
                <a:spcPts val="0"/>
              </a:spcAft>
              <a:buNone/>
            </a:pPr>
            <a:r>
              <a:rPr lang="en" sz="3000">
                <a:solidFill>
                  <a:srgbClr val="061D83"/>
                </a:solidFill>
                <a:latin typeface="Newsreader"/>
                <a:ea typeface="Newsreader"/>
                <a:cs typeface="Newsreader"/>
                <a:sym typeface="Newsreader"/>
              </a:rPr>
              <a:t>03</a:t>
            </a:r>
            <a:endParaRPr sz="3000">
              <a:solidFill>
                <a:srgbClr val="061D83"/>
              </a:solidFill>
              <a:latin typeface="Newsreader"/>
              <a:ea typeface="Newsreader"/>
              <a:cs typeface="Newsreader"/>
              <a:sym typeface="Newsreader"/>
            </a:endParaRPr>
          </a:p>
        </p:txBody>
      </p:sp>
      <p:sp>
        <p:nvSpPr>
          <p:cNvPr id="645" name="Google Shape;645;p73"/>
          <p:cNvSpPr txBox="1"/>
          <p:nvPr/>
        </p:nvSpPr>
        <p:spPr>
          <a:xfrm>
            <a:off x="7230513" y="4481351"/>
            <a:ext cx="675900" cy="152400"/>
          </a:xfrm>
          <a:prstGeom prst="rect">
            <a:avLst/>
          </a:prstGeom>
          <a:noFill/>
          <a:ln>
            <a:noFill/>
          </a:ln>
        </p:spPr>
        <p:txBody>
          <a:bodyPr spcFirstLastPara="1" wrap="square" lIns="0" tIns="0" rIns="91425" bIns="0" anchor="b" anchorCtr="0">
            <a:noAutofit/>
          </a:bodyPr>
          <a:lstStyle/>
          <a:p>
            <a:pPr marL="0" lvl="0" indent="0" algn="l" rtl="0">
              <a:lnSpc>
                <a:spcPct val="90000"/>
              </a:lnSpc>
              <a:spcBef>
                <a:spcPts val="0"/>
              </a:spcBef>
              <a:spcAft>
                <a:spcPts val="0"/>
              </a:spcAft>
              <a:buNone/>
            </a:pPr>
            <a:r>
              <a:rPr lang="en" sz="3000">
                <a:solidFill>
                  <a:srgbClr val="061D83"/>
                </a:solidFill>
                <a:latin typeface="Newsreader"/>
                <a:ea typeface="Newsreader"/>
                <a:cs typeface="Newsreader"/>
                <a:sym typeface="Newsreader"/>
              </a:rPr>
              <a:t>04</a:t>
            </a:r>
            <a:endParaRPr sz="3000">
              <a:solidFill>
                <a:srgbClr val="061D83"/>
              </a:solidFill>
              <a:latin typeface="Newsreader"/>
              <a:ea typeface="Newsreader"/>
              <a:cs typeface="Newsreader"/>
              <a:sym typeface="Newsreader"/>
            </a:endParaRPr>
          </a:p>
        </p:txBody>
      </p:sp>
      <p:sp>
        <p:nvSpPr>
          <p:cNvPr id="646" name="Google Shape;646;p73"/>
          <p:cNvSpPr txBox="1"/>
          <p:nvPr/>
        </p:nvSpPr>
        <p:spPr>
          <a:xfrm>
            <a:off x="359843" y="3129227"/>
            <a:ext cx="1746000" cy="13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a:solidFill>
                  <a:srgbClr val="061D83"/>
                </a:solidFill>
                <a:latin typeface="DM Sans SemiBold"/>
                <a:ea typeface="DM Sans SemiBold"/>
                <a:cs typeface="DM Sans SemiBold"/>
                <a:sym typeface="DM Sans SemiBold"/>
              </a:rPr>
              <a:t>WEAKNESS DISCOVERY</a:t>
            </a:r>
            <a:endParaRPr sz="1000">
              <a:solidFill>
                <a:srgbClr val="061D83"/>
              </a:solidFill>
              <a:latin typeface="DM Sans SemiBold"/>
              <a:ea typeface="DM Sans SemiBold"/>
              <a:cs typeface="DM Sans SemiBold"/>
              <a:sym typeface="DM Sans SemiBold"/>
            </a:endParaRPr>
          </a:p>
        </p:txBody>
      </p:sp>
      <p:sp>
        <p:nvSpPr>
          <p:cNvPr id="647" name="Google Shape;647;p73"/>
          <p:cNvSpPr txBox="1"/>
          <p:nvPr/>
        </p:nvSpPr>
        <p:spPr>
          <a:xfrm>
            <a:off x="354188" y="3344302"/>
            <a:ext cx="1689600" cy="969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a:solidFill>
                  <a:srgbClr val="061D83"/>
                </a:solidFill>
                <a:latin typeface="DM Sans Light"/>
                <a:ea typeface="DM Sans Light"/>
                <a:cs typeface="DM Sans Light"/>
                <a:sym typeface="DM Sans Light"/>
              </a:rPr>
              <a:t>Thoroughly determine vulnerabilities in network.</a:t>
            </a:r>
            <a:endParaRPr sz="1000">
              <a:solidFill>
                <a:srgbClr val="061D83"/>
              </a:solidFill>
              <a:latin typeface="DM Sans Light"/>
              <a:ea typeface="DM Sans Light"/>
              <a:cs typeface="DM Sans Light"/>
              <a:sym typeface="DM Sans Light"/>
            </a:endParaRPr>
          </a:p>
          <a:p>
            <a:pPr marL="0" lvl="0" indent="0" algn="l" rtl="0">
              <a:spcBef>
                <a:spcPts val="0"/>
              </a:spcBef>
              <a:spcAft>
                <a:spcPts val="0"/>
              </a:spcAft>
              <a:buNone/>
            </a:pPr>
            <a:endParaRPr sz="1000">
              <a:solidFill>
                <a:srgbClr val="061D83"/>
              </a:solidFill>
              <a:latin typeface="DM Sans Light"/>
              <a:ea typeface="DM Sans Light"/>
              <a:cs typeface="DM Sans Light"/>
              <a:sym typeface="DM Sans Light"/>
            </a:endParaRPr>
          </a:p>
          <a:p>
            <a:pPr marL="0" lvl="0" indent="0" algn="l" rtl="0">
              <a:spcBef>
                <a:spcPts val="0"/>
              </a:spcBef>
              <a:spcAft>
                <a:spcPts val="0"/>
              </a:spcAft>
              <a:buNone/>
            </a:pPr>
            <a:r>
              <a:rPr lang="en" sz="1000">
                <a:solidFill>
                  <a:srgbClr val="061D83"/>
                </a:solidFill>
                <a:latin typeface="DM Sans Light"/>
                <a:ea typeface="DM Sans Light"/>
                <a:cs typeface="DM Sans Light"/>
                <a:sym typeface="DM Sans Light"/>
              </a:rPr>
              <a:t>Re-assess past weaknesses.</a:t>
            </a:r>
            <a:endParaRPr sz="1000">
              <a:solidFill>
                <a:srgbClr val="061D83"/>
              </a:solidFill>
              <a:latin typeface="DM Sans Light"/>
              <a:ea typeface="DM Sans Light"/>
              <a:cs typeface="DM Sans Light"/>
              <a:sym typeface="DM Sans Light"/>
            </a:endParaRPr>
          </a:p>
        </p:txBody>
      </p:sp>
      <p:sp>
        <p:nvSpPr>
          <p:cNvPr id="648" name="Google Shape;648;p73"/>
          <p:cNvSpPr txBox="1"/>
          <p:nvPr/>
        </p:nvSpPr>
        <p:spPr>
          <a:xfrm>
            <a:off x="2656927" y="2484499"/>
            <a:ext cx="1257300" cy="152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a:solidFill>
                  <a:srgbClr val="061D83"/>
                </a:solidFill>
                <a:latin typeface="DM Sans SemiBold"/>
                <a:ea typeface="DM Sans SemiBold"/>
                <a:cs typeface="DM Sans SemiBold"/>
                <a:sym typeface="DM Sans SemiBold"/>
              </a:rPr>
              <a:t>BUSINESS IMPACT</a:t>
            </a:r>
            <a:endParaRPr sz="1000">
              <a:solidFill>
                <a:srgbClr val="061D83"/>
              </a:solidFill>
              <a:latin typeface="DM Sans SemiBold"/>
              <a:ea typeface="DM Sans SemiBold"/>
              <a:cs typeface="DM Sans SemiBold"/>
              <a:sym typeface="DM Sans SemiBold"/>
            </a:endParaRPr>
          </a:p>
        </p:txBody>
      </p:sp>
      <p:sp>
        <p:nvSpPr>
          <p:cNvPr id="649" name="Google Shape;649;p73"/>
          <p:cNvSpPr txBox="1"/>
          <p:nvPr/>
        </p:nvSpPr>
        <p:spPr>
          <a:xfrm>
            <a:off x="2651290" y="2699421"/>
            <a:ext cx="1689600" cy="1423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a:solidFill>
                  <a:srgbClr val="061D83"/>
                </a:solidFill>
                <a:latin typeface="DM Sans Light"/>
                <a:ea typeface="DM Sans Light"/>
                <a:cs typeface="DM Sans Light"/>
                <a:sym typeface="DM Sans Light"/>
              </a:rPr>
              <a:t>Quantify the business risk of all findings.</a:t>
            </a:r>
            <a:endParaRPr sz="1000">
              <a:solidFill>
                <a:srgbClr val="061D83"/>
              </a:solidFill>
              <a:latin typeface="DM Sans Light"/>
              <a:ea typeface="DM Sans Light"/>
              <a:cs typeface="DM Sans Light"/>
              <a:sym typeface="DM Sans Light"/>
            </a:endParaRPr>
          </a:p>
          <a:p>
            <a:pPr marL="0" lvl="0" indent="0" algn="l" rtl="0">
              <a:spcBef>
                <a:spcPts val="0"/>
              </a:spcBef>
              <a:spcAft>
                <a:spcPts val="0"/>
              </a:spcAft>
              <a:buNone/>
            </a:pPr>
            <a:endParaRPr sz="1000">
              <a:solidFill>
                <a:srgbClr val="061D83"/>
              </a:solidFill>
              <a:latin typeface="DM Sans Light"/>
              <a:ea typeface="DM Sans Light"/>
              <a:cs typeface="DM Sans Light"/>
              <a:sym typeface="DM Sans Light"/>
            </a:endParaRPr>
          </a:p>
          <a:p>
            <a:pPr marL="0" lvl="0" indent="0" algn="l" rtl="0">
              <a:spcBef>
                <a:spcPts val="0"/>
              </a:spcBef>
              <a:spcAft>
                <a:spcPts val="0"/>
              </a:spcAft>
              <a:buNone/>
            </a:pPr>
            <a:r>
              <a:rPr lang="en" sz="1000">
                <a:solidFill>
                  <a:srgbClr val="061D83"/>
                </a:solidFill>
                <a:latin typeface="DM Sans Light"/>
                <a:ea typeface="DM Sans Light"/>
                <a:cs typeface="DM Sans Light"/>
                <a:sym typeface="DM Sans Light"/>
              </a:rPr>
              <a:t>Convey the importance of every risk clearly.</a:t>
            </a:r>
            <a:endParaRPr sz="1000">
              <a:solidFill>
                <a:srgbClr val="061D83"/>
              </a:solidFill>
              <a:latin typeface="DM Sans Light"/>
              <a:ea typeface="DM Sans Light"/>
              <a:cs typeface="DM Sans Light"/>
              <a:sym typeface="DM Sans Light"/>
            </a:endParaRPr>
          </a:p>
        </p:txBody>
      </p:sp>
      <p:sp>
        <p:nvSpPr>
          <p:cNvPr id="650" name="Google Shape;650;p73"/>
          <p:cNvSpPr txBox="1"/>
          <p:nvPr/>
        </p:nvSpPr>
        <p:spPr>
          <a:xfrm>
            <a:off x="4927002" y="1809097"/>
            <a:ext cx="1257300" cy="152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a:solidFill>
                  <a:srgbClr val="061D83"/>
                </a:solidFill>
                <a:latin typeface="DM Sans SemiBold"/>
                <a:ea typeface="DM Sans SemiBold"/>
                <a:cs typeface="DM Sans SemiBold"/>
                <a:sym typeface="DM Sans SemiBold"/>
              </a:rPr>
              <a:t>MITIGATIONS</a:t>
            </a:r>
            <a:endParaRPr sz="1000">
              <a:solidFill>
                <a:srgbClr val="061D83"/>
              </a:solidFill>
              <a:latin typeface="DM Sans SemiBold"/>
              <a:ea typeface="DM Sans SemiBold"/>
              <a:cs typeface="DM Sans SemiBold"/>
              <a:sym typeface="DM Sans SemiBold"/>
            </a:endParaRPr>
          </a:p>
        </p:txBody>
      </p:sp>
      <p:sp>
        <p:nvSpPr>
          <p:cNvPr id="651" name="Google Shape;651;p73"/>
          <p:cNvSpPr txBox="1"/>
          <p:nvPr/>
        </p:nvSpPr>
        <p:spPr>
          <a:xfrm>
            <a:off x="4921365" y="2024018"/>
            <a:ext cx="1689600" cy="1620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a:solidFill>
                  <a:srgbClr val="061D83"/>
                </a:solidFill>
                <a:latin typeface="DM Sans Light"/>
                <a:ea typeface="DM Sans Light"/>
                <a:cs typeface="DM Sans Light"/>
                <a:sym typeface="DM Sans Light"/>
              </a:rPr>
              <a:t>Recommend mitigations for every vulnerability.</a:t>
            </a:r>
            <a:endParaRPr sz="1000">
              <a:solidFill>
                <a:srgbClr val="061D83"/>
              </a:solidFill>
              <a:latin typeface="DM Sans Light"/>
              <a:ea typeface="DM Sans Light"/>
              <a:cs typeface="DM Sans Light"/>
              <a:sym typeface="DM Sans Light"/>
            </a:endParaRPr>
          </a:p>
          <a:p>
            <a:pPr marL="0" lvl="0" indent="0" algn="l" rtl="0">
              <a:spcBef>
                <a:spcPts val="0"/>
              </a:spcBef>
              <a:spcAft>
                <a:spcPts val="0"/>
              </a:spcAft>
              <a:buNone/>
            </a:pPr>
            <a:endParaRPr sz="1000">
              <a:solidFill>
                <a:srgbClr val="061D83"/>
              </a:solidFill>
              <a:latin typeface="DM Sans Light"/>
              <a:ea typeface="DM Sans Light"/>
              <a:cs typeface="DM Sans Light"/>
              <a:sym typeface="DM Sans Light"/>
            </a:endParaRPr>
          </a:p>
          <a:p>
            <a:pPr marL="0" lvl="0" indent="0" algn="l" rtl="0">
              <a:spcBef>
                <a:spcPts val="0"/>
              </a:spcBef>
              <a:spcAft>
                <a:spcPts val="0"/>
              </a:spcAft>
              <a:buNone/>
            </a:pPr>
            <a:r>
              <a:rPr lang="en" sz="1000">
                <a:solidFill>
                  <a:srgbClr val="061D83"/>
                </a:solidFill>
                <a:latin typeface="DM Sans Light"/>
                <a:ea typeface="DM Sans Light"/>
                <a:cs typeface="DM Sans Light"/>
                <a:sym typeface="DM Sans Light"/>
              </a:rPr>
              <a:t>Ensure mitigations can be verified via clear reproduction steps.</a:t>
            </a:r>
            <a:endParaRPr sz="1000">
              <a:solidFill>
                <a:srgbClr val="061D83"/>
              </a:solidFill>
              <a:latin typeface="DM Sans Light"/>
              <a:ea typeface="DM Sans Light"/>
              <a:cs typeface="DM Sans Light"/>
              <a:sym typeface="DM Sans Light"/>
            </a:endParaRPr>
          </a:p>
        </p:txBody>
      </p:sp>
      <p:sp>
        <p:nvSpPr>
          <p:cNvPr id="652" name="Google Shape;652;p73"/>
          <p:cNvSpPr txBox="1"/>
          <p:nvPr/>
        </p:nvSpPr>
        <p:spPr>
          <a:xfrm>
            <a:off x="7215911" y="1057475"/>
            <a:ext cx="1683900" cy="152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a:solidFill>
                  <a:srgbClr val="061D83"/>
                </a:solidFill>
                <a:latin typeface="DM Sans SemiBold"/>
                <a:ea typeface="DM Sans SemiBold"/>
                <a:cs typeface="DM Sans SemiBold"/>
                <a:sym typeface="DM Sans SemiBold"/>
              </a:rPr>
              <a:t>MAINTAIN PERSPECTIVE</a:t>
            </a:r>
            <a:endParaRPr sz="1000">
              <a:solidFill>
                <a:srgbClr val="061D83"/>
              </a:solidFill>
              <a:latin typeface="DM Sans SemiBold"/>
              <a:ea typeface="DM Sans SemiBold"/>
              <a:cs typeface="DM Sans SemiBold"/>
              <a:sym typeface="DM Sans SemiBold"/>
            </a:endParaRPr>
          </a:p>
        </p:txBody>
      </p:sp>
      <p:sp>
        <p:nvSpPr>
          <p:cNvPr id="653" name="Google Shape;653;p73"/>
          <p:cNvSpPr txBox="1"/>
          <p:nvPr/>
        </p:nvSpPr>
        <p:spPr>
          <a:xfrm>
            <a:off x="7210290" y="1272358"/>
            <a:ext cx="1689600" cy="2196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000">
                <a:solidFill>
                  <a:srgbClr val="061D83"/>
                </a:solidFill>
                <a:latin typeface="DM Sans Light"/>
                <a:ea typeface="DM Sans Light"/>
                <a:cs typeface="DM Sans Light"/>
                <a:sym typeface="DM Sans Light"/>
              </a:rPr>
              <a:t>No security assessment is perfect.</a:t>
            </a:r>
            <a:endParaRPr sz="1000">
              <a:solidFill>
                <a:srgbClr val="061D83"/>
              </a:solidFill>
              <a:latin typeface="DM Sans Light"/>
              <a:ea typeface="DM Sans Light"/>
              <a:cs typeface="DM Sans Light"/>
              <a:sym typeface="DM Sans Light"/>
            </a:endParaRPr>
          </a:p>
          <a:p>
            <a:pPr marL="0" lvl="0" indent="0" algn="l" rtl="0">
              <a:spcBef>
                <a:spcPts val="0"/>
              </a:spcBef>
              <a:spcAft>
                <a:spcPts val="0"/>
              </a:spcAft>
              <a:buNone/>
            </a:pPr>
            <a:endParaRPr sz="1000">
              <a:solidFill>
                <a:srgbClr val="061D83"/>
              </a:solidFill>
              <a:latin typeface="DM Sans Light"/>
              <a:ea typeface="DM Sans Light"/>
              <a:cs typeface="DM Sans Light"/>
              <a:sym typeface="DM Sans Light"/>
            </a:endParaRPr>
          </a:p>
          <a:p>
            <a:pPr marL="0" lvl="0" indent="0" algn="l" rtl="0">
              <a:spcBef>
                <a:spcPts val="0"/>
              </a:spcBef>
              <a:spcAft>
                <a:spcPts val="0"/>
              </a:spcAft>
              <a:buNone/>
            </a:pPr>
            <a:r>
              <a:rPr lang="en" sz="1000">
                <a:solidFill>
                  <a:srgbClr val="061D83"/>
                </a:solidFill>
                <a:latin typeface="DM Sans Light"/>
                <a:ea typeface="DM Sans Light"/>
                <a:cs typeface="DM Sans Light"/>
                <a:sym typeface="DM Sans Light"/>
              </a:rPr>
              <a:t>Uphold objectivity to the greatest extent possible.</a:t>
            </a:r>
            <a:endParaRPr sz="1000">
              <a:solidFill>
                <a:srgbClr val="061D83"/>
              </a:solidFill>
              <a:latin typeface="DM Sans Light"/>
              <a:ea typeface="DM Sans Light"/>
              <a:cs typeface="DM Sans Light"/>
              <a:sym typeface="DM Sans Light"/>
            </a:endParaRPr>
          </a:p>
          <a:p>
            <a:pPr marL="0" lvl="0" indent="0" algn="l" rtl="0">
              <a:spcBef>
                <a:spcPts val="0"/>
              </a:spcBef>
              <a:spcAft>
                <a:spcPts val="0"/>
              </a:spcAft>
              <a:buNone/>
            </a:pPr>
            <a:endParaRPr sz="1000">
              <a:solidFill>
                <a:srgbClr val="061D83"/>
              </a:solidFill>
              <a:latin typeface="DM Sans Light"/>
              <a:ea typeface="DM Sans Light"/>
              <a:cs typeface="DM Sans Light"/>
              <a:sym typeface="DM Sans Light"/>
            </a:endParaRPr>
          </a:p>
          <a:p>
            <a:pPr marL="0" lvl="0" indent="0" algn="l" rtl="0">
              <a:spcBef>
                <a:spcPts val="0"/>
              </a:spcBef>
              <a:spcAft>
                <a:spcPts val="0"/>
              </a:spcAft>
              <a:buNone/>
            </a:pPr>
            <a:r>
              <a:rPr lang="en" sz="1000">
                <a:solidFill>
                  <a:srgbClr val="061D83"/>
                </a:solidFill>
                <a:latin typeface="DM Sans Light"/>
                <a:ea typeface="DM Sans Light"/>
                <a:cs typeface="DM Sans Light"/>
                <a:sym typeface="DM Sans Light"/>
              </a:rPr>
              <a:t>Abide by the scope of the assessment.</a:t>
            </a:r>
            <a:endParaRPr sz="1000">
              <a:solidFill>
                <a:srgbClr val="061D83"/>
              </a:solidFill>
              <a:latin typeface="DM Sans Light"/>
              <a:ea typeface="DM Sans Light"/>
              <a:cs typeface="DM Sans Light"/>
              <a:sym typeface="DM Sans Light"/>
            </a:endParaRPr>
          </a:p>
        </p:txBody>
      </p:sp>
      <p:pic>
        <p:nvPicPr>
          <p:cNvPr id="654" name="Google Shape;654;p73"/>
          <p:cNvPicPr preferRelativeResize="0"/>
          <p:nvPr/>
        </p:nvPicPr>
        <p:blipFill>
          <a:blip r:embed="rId3">
            <a:alphaModFix/>
          </a:blip>
          <a:stretch>
            <a:fillRect/>
          </a:stretch>
        </p:blipFill>
        <p:spPr>
          <a:xfrm>
            <a:off x="8002638" y="3986085"/>
            <a:ext cx="999373" cy="999373"/>
          </a:xfrm>
          <a:prstGeom prst="rect">
            <a:avLst/>
          </a:prstGeom>
          <a:noFill/>
          <a:ln>
            <a:noFill/>
          </a:ln>
          <a:effectLst>
            <a:outerShdw blurRad="28575" dist="9525" dir="5400000" algn="bl" rotWithShape="0">
              <a:schemeClr val="accent6">
                <a:alpha val="40000"/>
              </a:scheme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74"/>
          <p:cNvSpPr/>
          <p:nvPr/>
        </p:nvSpPr>
        <p:spPr>
          <a:xfrm>
            <a:off x="50" y="1801368"/>
            <a:ext cx="2294400" cy="2700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DM Sans"/>
              <a:ea typeface="DM Sans"/>
              <a:cs typeface="DM Sans"/>
              <a:sym typeface="DM Sans"/>
            </a:endParaRPr>
          </a:p>
        </p:txBody>
      </p:sp>
      <p:pic>
        <p:nvPicPr>
          <p:cNvPr id="660" name="Google Shape;660;p74"/>
          <p:cNvPicPr preferRelativeResize="0"/>
          <p:nvPr/>
        </p:nvPicPr>
        <p:blipFill>
          <a:blip r:embed="rId3">
            <a:alphaModFix/>
          </a:blip>
          <a:stretch>
            <a:fillRect/>
          </a:stretch>
        </p:blipFill>
        <p:spPr>
          <a:xfrm>
            <a:off x="688725" y="2250255"/>
            <a:ext cx="916950" cy="916950"/>
          </a:xfrm>
          <a:prstGeom prst="rect">
            <a:avLst/>
          </a:prstGeom>
          <a:noFill/>
          <a:ln>
            <a:noFill/>
          </a:ln>
        </p:spPr>
      </p:pic>
      <p:sp>
        <p:nvSpPr>
          <p:cNvPr id="661" name="Google Shape;661;p74"/>
          <p:cNvSpPr/>
          <p:nvPr/>
        </p:nvSpPr>
        <p:spPr>
          <a:xfrm>
            <a:off x="4565474" y="1801368"/>
            <a:ext cx="2294400" cy="2700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DM Sans"/>
              <a:ea typeface="DM Sans"/>
              <a:cs typeface="DM Sans"/>
              <a:sym typeface="DM Sans"/>
            </a:endParaRPr>
          </a:p>
        </p:txBody>
      </p:sp>
      <p:pic>
        <p:nvPicPr>
          <p:cNvPr id="662" name="Google Shape;662;p74"/>
          <p:cNvPicPr preferRelativeResize="0"/>
          <p:nvPr/>
        </p:nvPicPr>
        <p:blipFill>
          <a:blip r:embed="rId4">
            <a:alphaModFix/>
          </a:blip>
          <a:stretch>
            <a:fillRect/>
          </a:stretch>
        </p:blipFill>
        <p:spPr>
          <a:xfrm>
            <a:off x="5201025" y="2194720"/>
            <a:ext cx="1028026" cy="1028026"/>
          </a:xfrm>
          <a:prstGeom prst="rect">
            <a:avLst/>
          </a:prstGeom>
          <a:noFill/>
          <a:ln>
            <a:noFill/>
          </a:ln>
        </p:spPr>
      </p:pic>
      <p:sp>
        <p:nvSpPr>
          <p:cNvPr id="663" name="Google Shape;663;p74"/>
          <p:cNvSpPr/>
          <p:nvPr/>
        </p:nvSpPr>
        <p:spPr>
          <a:xfrm>
            <a:off x="6849550" y="1801368"/>
            <a:ext cx="2294400" cy="2700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DM Sans"/>
              <a:ea typeface="DM Sans"/>
              <a:cs typeface="DM Sans"/>
              <a:sym typeface="DM Sans"/>
            </a:endParaRPr>
          </a:p>
        </p:txBody>
      </p:sp>
      <p:pic>
        <p:nvPicPr>
          <p:cNvPr id="664" name="Google Shape;664;p74"/>
          <p:cNvPicPr preferRelativeResize="0"/>
          <p:nvPr/>
        </p:nvPicPr>
        <p:blipFill>
          <a:blip r:embed="rId5">
            <a:alphaModFix/>
          </a:blip>
          <a:stretch>
            <a:fillRect/>
          </a:stretch>
        </p:blipFill>
        <p:spPr>
          <a:xfrm>
            <a:off x="7468263" y="2194720"/>
            <a:ext cx="1028026" cy="1028026"/>
          </a:xfrm>
          <a:prstGeom prst="rect">
            <a:avLst/>
          </a:prstGeom>
          <a:noFill/>
          <a:ln>
            <a:noFill/>
          </a:ln>
        </p:spPr>
      </p:pic>
      <p:sp>
        <p:nvSpPr>
          <p:cNvPr id="665" name="Google Shape;665;p74"/>
          <p:cNvSpPr/>
          <p:nvPr/>
        </p:nvSpPr>
        <p:spPr>
          <a:xfrm>
            <a:off x="2286118" y="1801368"/>
            <a:ext cx="2294400" cy="2700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DM Sans"/>
              <a:ea typeface="DM Sans"/>
              <a:cs typeface="DM Sans"/>
              <a:sym typeface="DM Sans"/>
            </a:endParaRPr>
          </a:p>
        </p:txBody>
      </p:sp>
      <p:pic>
        <p:nvPicPr>
          <p:cNvPr id="666" name="Google Shape;666;p74"/>
          <p:cNvPicPr preferRelativeResize="0"/>
          <p:nvPr/>
        </p:nvPicPr>
        <p:blipFill>
          <a:blip r:embed="rId6">
            <a:alphaModFix/>
          </a:blip>
          <a:stretch>
            <a:fillRect/>
          </a:stretch>
        </p:blipFill>
        <p:spPr>
          <a:xfrm>
            <a:off x="3001080" y="2066580"/>
            <a:ext cx="857765" cy="1135725"/>
          </a:xfrm>
          <a:prstGeom prst="rect">
            <a:avLst/>
          </a:prstGeom>
          <a:noFill/>
          <a:ln>
            <a:noFill/>
          </a:ln>
        </p:spPr>
      </p:pic>
      <p:sp>
        <p:nvSpPr>
          <p:cNvPr id="667" name="Google Shape;667;p74"/>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668" name="Google Shape;668;p74"/>
          <p:cNvSpPr txBox="1">
            <a:spLocks noGrp="1"/>
          </p:cNvSpPr>
          <p:nvPr>
            <p:ph type="subTitle" idx="9"/>
          </p:nvPr>
        </p:nvSpPr>
        <p:spPr>
          <a:xfrm>
            <a:off x="361975" y="217725"/>
            <a:ext cx="4163100" cy="237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Finals-XX</a:t>
            </a:r>
            <a:endParaRPr/>
          </a:p>
        </p:txBody>
      </p:sp>
      <p:sp>
        <p:nvSpPr>
          <p:cNvPr id="669" name="Google Shape;669;p74"/>
          <p:cNvSpPr txBox="1">
            <a:spLocks noGrp="1"/>
          </p:cNvSpPr>
          <p:nvPr>
            <p:ph type="subTitle" idx="13"/>
          </p:nvPr>
        </p:nvSpPr>
        <p:spPr>
          <a:xfrm>
            <a:off x="238100" y="3348343"/>
            <a:ext cx="1818300" cy="231000"/>
          </a:xfrm>
          <a:prstGeom prst="rect">
            <a:avLst/>
          </a:prstGeom>
        </p:spPr>
        <p:txBody>
          <a:bodyPr spcFirstLastPara="1" wrap="square" lIns="0" tIns="0" rIns="0" bIns="0" anchor="t" anchorCtr="0">
            <a:spAutoFit/>
          </a:bodyPr>
          <a:lstStyle/>
          <a:p>
            <a:pPr marL="0" lvl="0" indent="0" algn="ctr" rtl="0">
              <a:spcBef>
                <a:spcPts val="0"/>
              </a:spcBef>
              <a:spcAft>
                <a:spcPts val="0"/>
              </a:spcAft>
              <a:buNone/>
            </a:pPr>
            <a:r>
              <a:rPr lang="en" sz="1500"/>
              <a:t>Production Network</a:t>
            </a:r>
            <a:endParaRPr sz="1500"/>
          </a:p>
        </p:txBody>
      </p:sp>
      <p:sp>
        <p:nvSpPr>
          <p:cNvPr id="670" name="Google Shape;670;p74"/>
          <p:cNvSpPr txBox="1">
            <a:spLocks noGrp="1"/>
          </p:cNvSpPr>
          <p:nvPr>
            <p:ph type="body" idx="1"/>
          </p:nvPr>
        </p:nvSpPr>
        <p:spPr>
          <a:xfrm>
            <a:off x="-8400" y="3855068"/>
            <a:ext cx="2294400" cy="688200"/>
          </a:xfrm>
          <a:prstGeom prst="rect">
            <a:avLst/>
          </a:prstGeom>
        </p:spPr>
        <p:txBody>
          <a:bodyPr spcFirstLastPara="1" wrap="square" lIns="0" tIns="0" rIns="0" bIns="0" anchor="t" anchorCtr="0">
            <a:noAutofit/>
          </a:bodyPr>
          <a:lstStyle/>
          <a:p>
            <a:pPr marL="0" lvl="0" indent="0" algn="ctr" rtl="0">
              <a:lnSpc>
                <a:spcPct val="115000"/>
              </a:lnSpc>
              <a:spcBef>
                <a:spcPts val="0"/>
              </a:spcBef>
              <a:spcAft>
                <a:spcPts val="0"/>
              </a:spcAft>
              <a:buNone/>
            </a:pPr>
            <a:r>
              <a:rPr lang="en" sz="1100"/>
              <a:t>The production environment.</a:t>
            </a:r>
            <a:endParaRPr sz="1100"/>
          </a:p>
          <a:p>
            <a:pPr marL="0" lvl="0" indent="0" algn="ctr" rtl="0">
              <a:lnSpc>
                <a:spcPct val="115000"/>
              </a:lnSpc>
              <a:spcBef>
                <a:spcPts val="0"/>
              </a:spcBef>
              <a:spcAft>
                <a:spcPts val="0"/>
              </a:spcAft>
              <a:buNone/>
            </a:pPr>
            <a:r>
              <a:rPr lang="en" sz="1100"/>
              <a:t>Contains IP range 10.0.1.0/24.</a:t>
            </a:r>
            <a:endParaRPr sz="1100"/>
          </a:p>
        </p:txBody>
      </p:sp>
      <p:sp>
        <p:nvSpPr>
          <p:cNvPr id="671" name="Google Shape;671;p74"/>
          <p:cNvSpPr txBox="1">
            <a:spLocks noGrp="1"/>
          </p:cNvSpPr>
          <p:nvPr>
            <p:ph type="subTitle" idx="16"/>
          </p:nvPr>
        </p:nvSpPr>
        <p:spPr>
          <a:xfrm>
            <a:off x="7188325" y="3348352"/>
            <a:ext cx="1587900" cy="231000"/>
          </a:xfrm>
          <a:prstGeom prst="rect">
            <a:avLst/>
          </a:prstGeom>
        </p:spPr>
        <p:txBody>
          <a:bodyPr spcFirstLastPara="1" wrap="square" lIns="0" tIns="0" rIns="0" bIns="0" anchor="t" anchorCtr="0">
            <a:spAutoFit/>
          </a:bodyPr>
          <a:lstStyle/>
          <a:p>
            <a:pPr marL="0" lvl="0" indent="0" algn="ctr" rtl="0">
              <a:spcBef>
                <a:spcPts val="0"/>
              </a:spcBef>
              <a:spcAft>
                <a:spcPts val="0"/>
              </a:spcAft>
              <a:buNone/>
            </a:pPr>
            <a:r>
              <a:rPr lang="en" sz="1500"/>
              <a:t>Social Engineering</a:t>
            </a:r>
            <a:endParaRPr sz="1500"/>
          </a:p>
        </p:txBody>
      </p:sp>
      <p:sp>
        <p:nvSpPr>
          <p:cNvPr id="672" name="Google Shape;672;p74"/>
          <p:cNvSpPr txBox="1">
            <a:spLocks noGrp="1"/>
          </p:cNvSpPr>
          <p:nvPr>
            <p:ph type="body" idx="2"/>
          </p:nvPr>
        </p:nvSpPr>
        <p:spPr>
          <a:xfrm>
            <a:off x="6849550" y="3855068"/>
            <a:ext cx="2294400" cy="688200"/>
          </a:xfrm>
          <a:prstGeom prst="rect">
            <a:avLst/>
          </a:prstGeom>
        </p:spPr>
        <p:txBody>
          <a:bodyPr spcFirstLastPara="1" wrap="square" lIns="0" tIns="0" rIns="0" bIns="0" anchor="t" anchorCtr="0">
            <a:noAutofit/>
          </a:bodyPr>
          <a:lstStyle/>
          <a:p>
            <a:pPr marL="0" lvl="0" indent="0" algn="ctr" rtl="0">
              <a:lnSpc>
                <a:spcPct val="115000"/>
              </a:lnSpc>
              <a:spcBef>
                <a:spcPts val="0"/>
              </a:spcBef>
              <a:spcAft>
                <a:spcPts val="0"/>
              </a:spcAft>
              <a:buNone/>
            </a:pPr>
            <a:r>
              <a:rPr lang="en" sz="1100"/>
              <a:t>Minimal social engineering</a:t>
            </a:r>
            <a:endParaRPr sz="1100"/>
          </a:p>
          <a:p>
            <a:pPr marL="0" lvl="0" indent="0" algn="ctr" rtl="0">
              <a:lnSpc>
                <a:spcPct val="115000"/>
              </a:lnSpc>
              <a:spcBef>
                <a:spcPts val="0"/>
              </a:spcBef>
              <a:spcAft>
                <a:spcPts val="0"/>
              </a:spcAft>
              <a:buNone/>
            </a:pPr>
            <a:r>
              <a:rPr lang="en" sz="1100"/>
              <a:t>aspects were permitted.</a:t>
            </a:r>
            <a:endParaRPr sz="1100"/>
          </a:p>
        </p:txBody>
      </p:sp>
      <p:sp>
        <p:nvSpPr>
          <p:cNvPr id="673" name="Google Shape;673;p74"/>
          <p:cNvSpPr txBox="1">
            <a:spLocks noGrp="1"/>
          </p:cNvSpPr>
          <p:nvPr>
            <p:ph type="subTitle" idx="19"/>
          </p:nvPr>
        </p:nvSpPr>
        <p:spPr>
          <a:xfrm>
            <a:off x="4924850" y="3348352"/>
            <a:ext cx="1587900" cy="231000"/>
          </a:xfrm>
          <a:prstGeom prst="rect">
            <a:avLst/>
          </a:prstGeom>
        </p:spPr>
        <p:txBody>
          <a:bodyPr spcFirstLastPara="1" wrap="square" lIns="0" tIns="0" rIns="0" bIns="0" anchor="t" anchorCtr="0">
            <a:spAutoFit/>
          </a:bodyPr>
          <a:lstStyle/>
          <a:p>
            <a:pPr marL="0" lvl="0" indent="0" algn="ctr" rtl="0">
              <a:spcBef>
                <a:spcPts val="0"/>
              </a:spcBef>
              <a:spcAft>
                <a:spcPts val="0"/>
              </a:spcAft>
              <a:buNone/>
            </a:pPr>
            <a:r>
              <a:rPr lang="en" sz="1500"/>
              <a:t>AWS Cloud</a:t>
            </a:r>
            <a:endParaRPr sz="1500"/>
          </a:p>
        </p:txBody>
      </p:sp>
      <p:sp>
        <p:nvSpPr>
          <p:cNvPr id="674" name="Google Shape;674;p74"/>
          <p:cNvSpPr txBox="1">
            <a:spLocks noGrp="1"/>
          </p:cNvSpPr>
          <p:nvPr>
            <p:ph type="body" idx="3"/>
          </p:nvPr>
        </p:nvSpPr>
        <p:spPr>
          <a:xfrm>
            <a:off x="4580525" y="3855068"/>
            <a:ext cx="2235600" cy="688200"/>
          </a:xfrm>
          <a:prstGeom prst="rect">
            <a:avLst/>
          </a:prstGeom>
        </p:spPr>
        <p:txBody>
          <a:bodyPr spcFirstLastPara="1" wrap="square" lIns="0" tIns="0" rIns="0" bIns="0" anchor="t" anchorCtr="0">
            <a:noAutofit/>
          </a:bodyPr>
          <a:lstStyle/>
          <a:p>
            <a:pPr marL="0" lvl="0" indent="0" algn="ctr" rtl="0">
              <a:lnSpc>
                <a:spcPct val="115000"/>
              </a:lnSpc>
              <a:spcBef>
                <a:spcPts val="0"/>
              </a:spcBef>
              <a:spcAft>
                <a:spcPts val="0"/>
              </a:spcAft>
              <a:buNone/>
            </a:pPr>
            <a:r>
              <a:rPr lang="en" sz="1100"/>
              <a:t>The Amazon Web Services</a:t>
            </a:r>
            <a:endParaRPr sz="1100"/>
          </a:p>
          <a:p>
            <a:pPr marL="0" lvl="0" indent="0" algn="ctr" rtl="0">
              <a:lnSpc>
                <a:spcPct val="115000"/>
              </a:lnSpc>
              <a:spcBef>
                <a:spcPts val="0"/>
              </a:spcBef>
              <a:spcAft>
                <a:spcPts val="0"/>
              </a:spcAft>
              <a:buNone/>
            </a:pPr>
            <a:r>
              <a:rPr lang="en" sz="1100"/>
              <a:t>(AWS) cloud application.</a:t>
            </a:r>
            <a:endParaRPr sz="1100"/>
          </a:p>
        </p:txBody>
      </p:sp>
      <p:sp>
        <p:nvSpPr>
          <p:cNvPr id="675" name="Google Shape;675;p74"/>
          <p:cNvSpPr txBox="1">
            <a:spLocks noGrp="1"/>
          </p:cNvSpPr>
          <p:nvPr>
            <p:ph type="subTitle" idx="22"/>
          </p:nvPr>
        </p:nvSpPr>
        <p:spPr>
          <a:xfrm>
            <a:off x="2329800" y="3348343"/>
            <a:ext cx="2235600" cy="231000"/>
          </a:xfrm>
          <a:prstGeom prst="rect">
            <a:avLst/>
          </a:prstGeom>
        </p:spPr>
        <p:txBody>
          <a:bodyPr spcFirstLastPara="1" wrap="square" lIns="0" tIns="0" rIns="0" bIns="0" anchor="t" anchorCtr="0">
            <a:spAutoFit/>
          </a:bodyPr>
          <a:lstStyle/>
          <a:p>
            <a:pPr marL="0" lvl="0" indent="0" algn="ctr" rtl="0">
              <a:spcBef>
                <a:spcPts val="0"/>
              </a:spcBef>
              <a:spcAft>
                <a:spcPts val="0"/>
              </a:spcAft>
              <a:buNone/>
            </a:pPr>
            <a:r>
              <a:rPr lang="en" sz="1500"/>
              <a:t>Development Network</a:t>
            </a:r>
            <a:endParaRPr sz="1500"/>
          </a:p>
        </p:txBody>
      </p:sp>
      <p:sp>
        <p:nvSpPr>
          <p:cNvPr id="676" name="Google Shape;676;p74"/>
          <p:cNvSpPr txBox="1">
            <a:spLocks noGrp="1"/>
          </p:cNvSpPr>
          <p:nvPr>
            <p:ph type="body" idx="4"/>
          </p:nvPr>
        </p:nvSpPr>
        <p:spPr>
          <a:xfrm>
            <a:off x="2294450" y="3855068"/>
            <a:ext cx="2235600" cy="688200"/>
          </a:xfrm>
          <a:prstGeom prst="rect">
            <a:avLst/>
          </a:prstGeom>
        </p:spPr>
        <p:txBody>
          <a:bodyPr spcFirstLastPara="1" wrap="square" lIns="0" tIns="0" rIns="0" bIns="0" anchor="t" anchorCtr="0">
            <a:noAutofit/>
          </a:bodyPr>
          <a:lstStyle/>
          <a:p>
            <a:pPr marL="0" lvl="0" indent="0" algn="ctr" rtl="0">
              <a:lnSpc>
                <a:spcPct val="115000"/>
              </a:lnSpc>
              <a:spcBef>
                <a:spcPts val="0"/>
              </a:spcBef>
              <a:spcAft>
                <a:spcPts val="0"/>
              </a:spcAft>
              <a:buNone/>
            </a:pPr>
            <a:r>
              <a:rPr lang="en" sz="1100"/>
              <a:t>The development environment.</a:t>
            </a:r>
            <a:endParaRPr sz="1100"/>
          </a:p>
          <a:p>
            <a:pPr marL="0" lvl="0" indent="0" algn="ctr" rtl="0">
              <a:lnSpc>
                <a:spcPct val="115000"/>
              </a:lnSpc>
              <a:spcBef>
                <a:spcPts val="0"/>
              </a:spcBef>
              <a:spcAft>
                <a:spcPts val="0"/>
              </a:spcAft>
              <a:buNone/>
            </a:pPr>
            <a:r>
              <a:rPr lang="en" sz="1100"/>
              <a:t>Contains IP range 10.0.2.0/24.</a:t>
            </a:r>
            <a:endParaRPr sz="1100"/>
          </a:p>
          <a:p>
            <a:pPr marL="0" lvl="0" indent="0" algn="l" rtl="0">
              <a:lnSpc>
                <a:spcPct val="115000"/>
              </a:lnSpc>
              <a:spcBef>
                <a:spcPts val="0"/>
              </a:spcBef>
              <a:spcAft>
                <a:spcPts val="0"/>
              </a:spcAft>
              <a:buNone/>
            </a:pPr>
            <a:endParaRPr sz="1100"/>
          </a:p>
        </p:txBody>
      </p:sp>
      <p:sp>
        <p:nvSpPr>
          <p:cNvPr id="677" name="Google Shape;677;p74"/>
          <p:cNvSpPr txBox="1"/>
          <p:nvPr/>
        </p:nvSpPr>
        <p:spPr>
          <a:xfrm>
            <a:off x="361975" y="988555"/>
            <a:ext cx="3860100" cy="4002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600">
                <a:solidFill>
                  <a:srgbClr val="F9F9F9"/>
                </a:solidFill>
                <a:latin typeface="Newsreader"/>
                <a:ea typeface="Newsreader"/>
                <a:cs typeface="Newsreader"/>
                <a:sym typeface="Newsreader"/>
              </a:rPr>
              <a:t>Scope</a:t>
            </a:r>
            <a:endParaRPr sz="2600">
              <a:solidFill>
                <a:srgbClr val="F9F9F9"/>
              </a:solidFill>
              <a:latin typeface="Newsreader"/>
              <a:ea typeface="Newsreader"/>
              <a:cs typeface="Newsreader"/>
              <a:sym typeface="Newsreader"/>
            </a:endParaRPr>
          </a:p>
        </p:txBody>
      </p:sp>
      <p:sp>
        <p:nvSpPr>
          <p:cNvPr id="678" name="Google Shape;678;p74"/>
          <p:cNvSpPr txBox="1"/>
          <p:nvPr/>
        </p:nvSpPr>
        <p:spPr>
          <a:xfrm>
            <a:off x="361975" y="732775"/>
            <a:ext cx="3860100" cy="153900"/>
          </a:xfrm>
          <a:prstGeom prst="rect">
            <a:avLst/>
          </a:prstGeom>
          <a:noFill/>
          <a:ln>
            <a:noFill/>
          </a:ln>
        </p:spPr>
        <p:txBody>
          <a:bodyPr spcFirstLastPara="1" wrap="square" lIns="0" tIns="0" rIns="0" bIns="0" anchor="b" anchorCtr="0">
            <a:spAutoFit/>
          </a:bodyPr>
          <a:lstStyle/>
          <a:p>
            <a:pPr marL="0" lvl="0" indent="0" algn="l" rtl="0">
              <a:spcBef>
                <a:spcPts val="0"/>
              </a:spcBef>
              <a:spcAft>
                <a:spcPts val="0"/>
              </a:spcAft>
              <a:buNone/>
            </a:pPr>
            <a:r>
              <a:rPr lang="en" sz="1000">
                <a:solidFill>
                  <a:srgbClr val="F9F9F9"/>
                </a:solidFill>
                <a:latin typeface="DM Sans Light"/>
                <a:ea typeface="DM Sans Light"/>
                <a:cs typeface="DM Sans Light"/>
                <a:sym typeface="DM Sans Light"/>
              </a:rPr>
              <a:t>All Ports Tours</a:t>
            </a:r>
            <a:endParaRPr sz="1000">
              <a:solidFill>
                <a:srgbClr val="F9F9F9"/>
              </a:solidFill>
              <a:latin typeface="DM Sans Light"/>
              <a:ea typeface="DM Sans Light"/>
              <a:cs typeface="DM Sans Light"/>
              <a:sym typeface="DM Sans Light"/>
            </a:endParaRPr>
          </a:p>
        </p:txBody>
      </p:sp>
      <p:cxnSp>
        <p:nvCxnSpPr>
          <p:cNvPr id="679" name="Google Shape;679;p74"/>
          <p:cNvCxnSpPr/>
          <p:nvPr/>
        </p:nvCxnSpPr>
        <p:spPr>
          <a:xfrm>
            <a:off x="6849550" y="1815243"/>
            <a:ext cx="0" cy="2700000"/>
          </a:xfrm>
          <a:prstGeom prst="straightConnector1">
            <a:avLst/>
          </a:prstGeom>
          <a:noFill/>
          <a:ln w="19050" cap="flat" cmpd="sng">
            <a:solidFill>
              <a:schemeClr val="lt1"/>
            </a:solidFill>
            <a:prstDash val="solid"/>
            <a:round/>
            <a:headEnd type="none" w="med" len="med"/>
            <a:tailEnd type="none" w="med" len="med"/>
          </a:ln>
        </p:spPr>
      </p:cxnSp>
      <p:cxnSp>
        <p:nvCxnSpPr>
          <p:cNvPr id="680" name="Google Shape;680;p74"/>
          <p:cNvCxnSpPr/>
          <p:nvPr/>
        </p:nvCxnSpPr>
        <p:spPr>
          <a:xfrm>
            <a:off x="4565477" y="1815243"/>
            <a:ext cx="0" cy="2700000"/>
          </a:xfrm>
          <a:prstGeom prst="straightConnector1">
            <a:avLst/>
          </a:prstGeom>
          <a:noFill/>
          <a:ln w="19050" cap="flat" cmpd="sng">
            <a:solidFill>
              <a:schemeClr val="lt1"/>
            </a:solidFill>
            <a:prstDash val="solid"/>
            <a:round/>
            <a:headEnd type="none" w="med" len="med"/>
            <a:tailEnd type="none" w="med" len="med"/>
          </a:ln>
        </p:spPr>
      </p:cxnSp>
      <p:cxnSp>
        <p:nvCxnSpPr>
          <p:cNvPr id="681" name="Google Shape;681;p74"/>
          <p:cNvCxnSpPr/>
          <p:nvPr/>
        </p:nvCxnSpPr>
        <p:spPr>
          <a:xfrm>
            <a:off x="2286125" y="1815243"/>
            <a:ext cx="0" cy="2700000"/>
          </a:xfrm>
          <a:prstGeom prst="straightConnector1">
            <a:avLst/>
          </a:prstGeom>
          <a:noFill/>
          <a:ln w="19050" cap="flat" cmpd="sng">
            <a:solidFill>
              <a:schemeClr val="lt1"/>
            </a:solidFill>
            <a:prstDash val="solid"/>
            <a:round/>
            <a:headEnd type="none" w="med" len="med"/>
            <a:tailEnd type="none" w="med" len="med"/>
          </a:ln>
        </p:spPr>
      </p:cxnSp>
      <p:pic>
        <p:nvPicPr>
          <p:cNvPr id="682" name="Google Shape;682;p74"/>
          <p:cNvPicPr preferRelativeResize="0"/>
          <p:nvPr/>
        </p:nvPicPr>
        <p:blipFill>
          <a:blip r:embed="rId7">
            <a:alphaModFix/>
          </a:blip>
          <a:stretch>
            <a:fillRect/>
          </a:stretch>
        </p:blipFill>
        <p:spPr>
          <a:xfrm>
            <a:off x="8035963" y="582375"/>
            <a:ext cx="999373" cy="999373"/>
          </a:xfrm>
          <a:prstGeom prst="rect">
            <a:avLst/>
          </a:prstGeom>
          <a:noFill/>
          <a:ln>
            <a:noFill/>
          </a:ln>
          <a:effectLst>
            <a:outerShdw blurRad="28575" dist="9525" dir="5400000" algn="bl" rotWithShape="0">
              <a:schemeClr val="accent6">
                <a:alpha val="40000"/>
              </a:scheme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75"/>
          <p:cNvSpPr/>
          <p:nvPr/>
        </p:nvSpPr>
        <p:spPr>
          <a:xfrm>
            <a:off x="5810917" y="1801500"/>
            <a:ext cx="2409000" cy="2700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DM Sans"/>
              <a:ea typeface="DM Sans"/>
              <a:cs typeface="DM Sans"/>
              <a:sym typeface="DM Sans"/>
            </a:endParaRPr>
          </a:p>
        </p:txBody>
      </p:sp>
      <p:pic>
        <p:nvPicPr>
          <p:cNvPr id="688" name="Google Shape;688;p75"/>
          <p:cNvPicPr preferRelativeResize="0"/>
          <p:nvPr/>
        </p:nvPicPr>
        <p:blipFill>
          <a:blip r:embed="rId3">
            <a:alphaModFix/>
          </a:blip>
          <a:stretch>
            <a:fillRect/>
          </a:stretch>
        </p:blipFill>
        <p:spPr>
          <a:xfrm>
            <a:off x="6478126" y="2194850"/>
            <a:ext cx="1079255" cy="1028022"/>
          </a:xfrm>
          <a:prstGeom prst="rect">
            <a:avLst/>
          </a:prstGeom>
          <a:noFill/>
          <a:ln>
            <a:noFill/>
          </a:ln>
        </p:spPr>
      </p:pic>
      <p:sp>
        <p:nvSpPr>
          <p:cNvPr id="689" name="Google Shape;689;p75"/>
          <p:cNvSpPr/>
          <p:nvPr/>
        </p:nvSpPr>
        <p:spPr>
          <a:xfrm>
            <a:off x="1017988" y="1801500"/>
            <a:ext cx="2409000" cy="2700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DM Sans"/>
              <a:ea typeface="DM Sans"/>
              <a:cs typeface="DM Sans"/>
              <a:sym typeface="DM Sans"/>
            </a:endParaRPr>
          </a:p>
        </p:txBody>
      </p:sp>
      <p:pic>
        <p:nvPicPr>
          <p:cNvPr id="690" name="Google Shape;690;p75"/>
          <p:cNvPicPr preferRelativeResize="0"/>
          <p:nvPr/>
        </p:nvPicPr>
        <p:blipFill>
          <a:blip r:embed="rId4">
            <a:alphaModFix/>
          </a:blip>
          <a:stretch>
            <a:fillRect/>
          </a:stretch>
        </p:blipFill>
        <p:spPr>
          <a:xfrm>
            <a:off x="1740981" y="2250386"/>
            <a:ext cx="962643" cy="916947"/>
          </a:xfrm>
          <a:prstGeom prst="rect">
            <a:avLst/>
          </a:prstGeom>
          <a:noFill/>
          <a:ln>
            <a:noFill/>
          </a:ln>
        </p:spPr>
      </p:pic>
      <p:sp>
        <p:nvSpPr>
          <p:cNvPr id="691" name="Google Shape;691;p75"/>
          <p:cNvSpPr/>
          <p:nvPr/>
        </p:nvSpPr>
        <p:spPr>
          <a:xfrm>
            <a:off x="3417975" y="1801500"/>
            <a:ext cx="2409000" cy="2700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DM Sans"/>
              <a:ea typeface="DM Sans"/>
              <a:cs typeface="DM Sans"/>
              <a:sym typeface="DM Sans"/>
            </a:endParaRPr>
          </a:p>
        </p:txBody>
      </p:sp>
      <p:pic>
        <p:nvPicPr>
          <p:cNvPr id="692" name="Google Shape;692;p75"/>
          <p:cNvPicPr preferRelativeResize="0"/>
          <p:nvPr/>
        </p:nvPicPr>
        <p:blipFill>
          <a:blip r:embed="rId5">
            <a:alphaModFix/>
          </a:blip>
          <a:stretch>
            <a:fillRect/>
          </a:stretch>
        </p:blipFill>
        <p:spPr>
          <a:xfrm>
            <a:off x="4168565" y="2081951"/>
            <a:ext cx="900510" cy="1135721"/>
          </a:xfrm>
          <a:prstGeom prst="rect">
            <a:avLst/>
          </a:prstGeom>
          <a:noFill/>
          <a:ln>
            <a:noFill/>
          </a:ln>
        </p:spPr>
      </p:pic>
      <p:sp>
        <p:nvSpPr>
          <p:cNvPr id="693" name="Google Shape;693;p75"/>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694" name="Google Shape;694;p75"/>
          <p:cNvSpPr txBox="1">
            <a:spLocks noGrp="1"/>
          </p:cNvSpPr>
          <p:nvPr>
            <p:ph type="subTitle" idx="9"/>
          </p:nvPr>
        </p:nvSpPr>
        <p:spPr>
          <a:xfrm>
            <a:off x="361975" y="217725"/>
            <a:ext cx="4163100" cy="237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Finals-XX</a:t>
            </a:r>
            <a:endParaRPr/>
          </a:p>
        </p:txBody>
      </p:sp>
      <p:sp>
        <p:nvSpPr>
          <p:cNvPr id="695" name="Google Shape;695;p75"/>
          <p:cNvSpPr txBox="1">
            <a:spLocks noGrp="1"/>
          </p:cNvSpPr>
          <p:nvPr>
            <p:ph type="subTitle" idx="13"/>
          </p:nvPr>
        </p:nvSpPr>
        <p:spPr>
          <a:xfrm>
            <a:off x="1203236" y="3348479"/>
            <a:ext cx="2019348" cy="265457"/>
          </a:xfrm>
          <a:prstGeom prst="rect">
            <a:avLst/>
          </a:prstGeom>
        </p:spPr>
        <p:txBody>
          <a:bodyPr spcFirstLastPara="1" wrap="square" lIns="0" tIns="0" rIns="0" bIns="0" anchor="t" anchorCtr="0">
            <a:spAutoFit/>
          </a:bodyPr>
          <a:lstStyle/>
          <a:p>
            <a:pPr marL="0" lvl="0" indent="0" algn="ctr" rtl="0">
              <a:spcBef>
                <a:spcPts val="0"/>
              </a:spcBef>
              <a:spcAft>
                <a:spcPts val="0"/>
              </a:spcAft>
              <a:buNone/>
            </a:pPr>
            <a:r>
              <a:rPr lang="en" sz="1500"/>
              <a:t>Production Network</a:t>
            </a:r>
            <a:endParaRPr sz="1500"/>
          </a:p>
        </p:txBody>
      </p:sp>
      <p:sp>
        <p:nvSpPr>
          <p:cNvPr id="696" name="Google Shape;696;p75"/>
          <p:cNvSpPr txBox="1">
            <a:spLocks noGrp="1"/>
          </p:cNvSpPr>
          <p:nvPr>
            <p:ph type="body" idx="1"/>
          </p:nvPr>
        </p:nvSpPr>
        <p:spPr>
          <a:xfrm>
            <a:off x="1009325" y="3855200"/>
            <a:ext cx="2409000" cy="688200"/>
          </a:xfrm>
          <a:prstGeom prst="rect">
            <a:avLst/>
          </a:prstGeom>
        </p:spPr>
        <p:txBody>
          <a:bodyPr spcFirstLastPara="1" wrap="square" lIns="0" tIns="0" rIns="0" bIns="0" anchor="t" anchorCtr="0">
            <a:noAutofit/>
          </a:bodyPr>
          <a:lstStyle/>
          <a:p>
            <a:pPr marL="0" lvl="0" indent="0" algn="ctr" rtl="0">
              <a:lnSpc>
                <a:spcPct val="115000"/>
              </a:lnSpc>
              <a:spcBef>
                <a:spcPts val="0"/>
              </a:spcBef>
              <a:spcAft>
                <a:spcPts val="0"/>
              </a:spcAft>
              <a:buNone/>
            </a:pPr>
            <a:r>
              <a:rPr lang="en" sz="1100"/>
              <a:t>The production environment.</a:t>
            </a:r>
            <a:endParaRPr sz="1100"/>
          </a:p>
          <a:p>
            <a:pPr marL="0" lvl="0" indent="0" algn="ctr" rtl="0">
              <a:lnSpc>
                <a:spcPct val="115000"/>
              </a:lnSpc>
              <a:spcBef>
                <a:spcPts val="0"/>
              </a:spcBef>
              <a:spcAft>
                <a:spcPts val="0"/>
              </a:spcAft>
              <a:buNone/>
            </a:pPr>
            <a:r>
              <a:rPr lang="en" sz="1100"/>
              <a:t>Contains IP range 10.0.1.0/24.</a:t>
            </a:r>
            <a:endParaRPr sz="1100"/>
          </a:p>
        </p:txBody>
      </p:sp>
      <p:sp>
        <p:nvSpPr>
          <p:cNvPr id="697" name="Google Shape;697;p75"/>
          <p:cNvSpPr txBox="1">
            <a:spLocks noGrp="1"/>
          </p:cNvSpPr>
          <p:nvPr>
            <p:ph type="subTitle" idx="19"/>
          </p:nvPr>
        </p:nvSpPr>
        <p:spPr>
          <a:xfrm>
            <a:off x="6188201" y="3348479"/>
            <a:ext cx="1666800" cy="231000"/>
          </a:xfrm>
          <a:prstGeom prst="rect">
            <a:avLst/>
          </a:prstGeom>
        </p:spPr>
        <p:txBody>
          <a:bodyPr spcFirstLastPara="1" wrap="square" lIns="0" tIns="0" rIns="0" bIns="0" anchor="t" anchorCtr="0">
            <a:spAutoFit/>
          </a:bodyPr>
          <a:lstStyle/>
          <a:p>
            <a:pPr marL="0" lvl="0" indent="0" algn="ctr" rtl="0">
              <a:spcBef>
                <a:spcPts val="0"/>
              </a:spcBef>
              <a:spcAft>
                <a:spcPts val="0"/>
              </a:spcAft>
              <a:buNone/>
            </a:pPr>
            <a:r>
              <a:rPr lang="en" sz="1500"/>
              <a:t>Social Engineering</a:t>
            </a:r>
            <a:endParaRPr sz="1500"/>
          </a:p>
        </p:txBody>
      </p:sp>
      <p:sp>
        <p:nvSpPr>
          <p:cNvPr id="698" name="Google Shape;698;p75"/>
          <p:cNvSpPr txBox="1">
            <a:spLocks noGrp="1"/>
          </p:cNvSpPr>
          <p:nvPr>
            <p:ph type="body" idx="3"/>
          </p:nvPr>
        </p:nvSpPr>
        <p:spPr>
          <a:xfrm>
            <a:off x="5826975" y="3855200"/>
            <a:ext cx="2409000" cy="688200"/>
          </a:xfrm>
          <a:prstGeom prst="rect">
            <a:avLst/>
          </a:prstGeom>
        </p:spPr>
        <p:txBody>
          <a:bodyPr spcFirstLastPara="1" wrap="square" lIns="0" tIns="0" rIns="0" bIns="0" anchor="t" anchorCtr="0">
            <a:noAutofit/>
          </a:bodyPr>
          <a:lstStyle/>
          <a:p>
            <a:pPr marL="0" lvl="0" indent="0" algn="ctr" rtl="0">
              <a:lnSpc>
                <a:spcPct val="115000"/>
              </a:lnSpc>
              <a:spcBef>
                <a:spcPts val="0"/>
              </a:spcBef>
              <a:spcAft>
                <a:spcPts val="0"/>
              </a:spcAft>
              <a:buNone/>
            </a:pPr>
            <a:r>
              <a:rPr lang="en" sz="1100"/>
              <a:t>Minimal social engineering</a:t>
            </a:r>
            <a:endParaRPr sz="1100"/>
          </a:p>
          <a:p>
            <a:pPr marL="0" lvl="0" indent="0" algn="ctr" rtl="0">
              <a:lnSpc>
                <a:spcPct val="115000"/>
              </a:lnSpc>
              <a:spcBef>
                <a:spcPts val="0"/>
              </a:spcBef>
              <a:spcAft>
                <a:spcPts val="0"/>
              </a:spcAft>
              <a:buNone/>
            </a:pPr>
            <a:r>
              <a:rPr lang="en" sz="1100"/>
              <a:t>aspects were permitted.</a:t>
            </a:r>
            <a:endParaRPr sz="1100"/>
          </a:p>
        </p:txBody>
      </p:sp>
      <p:sp>
        <p:nvSpPr>
          <p:cNvPr id="699" name="Google Shape;699;p75"/>
          <p:cNvSpPr txBox="1">
            <a:spLocks noGrp="1"/>
          </p:cNvSpPr>
          <p:nvPr>
            <p:ph type="subTitle" idx="22"/>
          </p:nvPr>
        </p:nvSpPr>
        <p:spPr>
          <a:xfrm>
            <a:off x="3415726" y="3348471"/>
            <a:ext cx="2395045" cy="265457"/>
          </a:xfrm>
          <a:prstGeom prst="rect">
            <a:avLst/>
          </a:prstGeom>
        </p:spPr>
        <p:txBody>
          <a:bodyPr spcFirstLastPara="1" wrap="square" lIns="0" tIns="0" rIns="0" bIns="0" anchor="t" anchorCtr="0">
            <a:spAutoFit/>
          </a:bodyPr>
          <a:lstStyle/>
          <a:p>
            <a:pPr marL="0" lvl="0" indent="0" algn="ctr" rtl="0">
              <a:spcBef>
                <a:spcPts val="0"/>
              </a:spcBef>
              <a:spcAft>
                <a:spcPts val="0"/>
              </a:spcAft>
              <a:buNone/>
            </a:pPr>
            <a:r>
              <a:rPr lang="en" sz="1500" dirty="0"/>
              <a:t>Development Network</a:t>
            </a:r>
            <a:endParaRPr sz="1500" dirty="0"/>
          </a:p>
        </p:txBody>
      </p:sp>
      <p:sp>
        <p:nvSpPr>
          <p:cNvPr id="700" name="Google Shape;700;p75"/>
          <p:cNvSpPr txBox="1">
            <a:spLocks noGrp="1"/>
          </p:cNvSpPr>
          <p:nvPr>
            <p:ph type="body" idx="4"/>
          </p:nvPr>
        </p:nvSpPr>
        <p:spPr>
          <a:xfrm>
            <a:off x="3427000" y="3855200"/>
            <a:ext cx="2361900" cy="688200"/>
          </a:xfrm>
          <a:prstGeom prst="rect">
            <a:avLst/>
          </a:prstGeom>
        </p:spPr>
        <p:txBody>
          <a:bodyPr spcFirstLastPara="1" wrap="square" lIns="0" tIns="0" rIns="0" bIns="0" anchor="t" anchorCtr="0">
            <a:noAutofit/>
          </a:bodyPr>
          <a:lstStyle/>
          <a:p>
            <a:pPr marL="0" lvl="0" indent="0" algn="ctr" rtl="0">
              <a:lnSpc>
                <a:spcPct val="115000"/>
              </a:lnSpc>
              <a:spcBef>
                <a:spcPts val="0"/>
              </a:spcBef>
              <a:spcAft>
                <a:spcPts val="0"/>
              </a:spcAft>
              <a:buNone/>
            </a:pPr>
            <a:r>
              <a:rPr lang="en" sz="1100"/>
              <a:t>The development environment.</a:t>
            </a:r>
            <a:endParaRPr sz="1100"/>
          </a:p>
          <a:p>
            <a:pPr marL="0" lvl="0" indent="0" algn="ctr" rtl="0">
              <a:lnSpc>
                <a:spcPct val="115000"/>
              </a:lnSpc>
              <a:spcBef>
                <a:spcPts val="0"/>
              </a:spcBef>
              <a:spcAft>
                <a:spcPts val="0"/>
              </a:spcAft>
              <a:buNone/>
            </a:pPr>
            <a:r>
              <a:rPr lang="en" sz="1100"/>
              <a:t>Contains IP range 10.0.2.0/24.</a:t>
            </a:r>
            <a:endParaRPr sz="1100"/>
          </a:p>
          <a:p>
            <a:pPr marL="0" lvl="0" indent="0" algn="l" rtl="0">
              <a:lnSpc>
                <a:spcPct val="115000"/>
              </a:lnSpc>
              <a:spcBef>
                <a:spcPts val="0"/>
              </a:spcBef>
              <a:spcAft>
                <a:spcPts val="0"/>
              </a:spcAft>
              <a:buNone/>
            </a:pPr>
            <a:endParaRPr sz="1100"/>
          </a:p>
        </p:txBody>
      </p:sp>
      <p:sp>
        <p:nvSpPr>
          <p:cNvPr id="701" name="Google Shape;701;p75"/>
          <p:cNvSpPr txBox="1"/>
          <p:nvPr/>
        </p:nvSpPr>
        <p:spPr>
          <a:xfrm>
            <a:off x="361975" y="988555"/>
            <a:ext cx="3860100" cy="4002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600">
                <a:solidFill>
                  <a:srgbClr val="F9F9F9"/>
                </a:solidFill>
                <a:latin typeface="Newsreader"/>
                <a:ea typeface="Newsreader"/>
                <a:cs typeface="Newsreader"/>
                <a:sym typeface="Newsreader"/>
              </a:rPr>
              <a:t>Scope</a:t>
            </a:r>
            <a:endParaRPr sz="2600">
              <a:solidFill>
                <a:srgbClr val="F9F9F9"/>
              </a:solidFill>
              <a:latin typeface="Newsreader"/>
              <a:ea typeface="Newsreader"/>
              <a:cs typeface="Newsreader"/>
              <a:sym typeface="Newsreader"/>
            </a:endParaRPr>
          </a:p>
        </p:txBody>
      </p:sp>
      <p:sp>
        <p:nvSpPr>
          <p:cNvPr id="702" name="Google Shape;702;p75"/>
          <p:cNvSpPr txBox="1"/>
          <p:nvPr/>
        </p:nvSpPr>
        <p:spPr>
          <a:xfrm>
            <a:off x="361975" y="732775"/>
            <a:ext cx="3860100" cy="153900"/>
          </a:xfrm>
          <a:prstGeom prst="rect">
            <a:avLst/>
          </a:prstGeom>
          <a:noFill/>
          <a:ln>
            <a:noFill/>
          </a:ln>
        </p:spPr>
        <p:txBody>
          <a:bodyPr spcFirstLastPara="1" wrap="square" lIns="0" tIns="0" rIns="0" bIns="0" anchor="b" anchorCtr="0">
            <a:spAutoFit/>
          </a:bodyPr>
          <a:lstStyle/>
          <a:p>
            <a:pPr marL="0" lvl="0" indent="0" algn="l" rtl="0">
              <a:spcBef>
                <a:spcPts val="0"/>
              </a:spcBef>
              <a:spcAft>
                <a:spcPts val="0"/>
              </a:spcAft>
              <a:buNone/>
            </a:pPr>
            <a:r>
              <a:rPr lang="en" sz="1000">
                <a:solidFill>
                  <a:srgbClr val="F9F9F9"/>
                </a:solidFill>
                <a:latin typeface="DM Sans Light"/>
                <a:ea typeface="DM Sans Light"/>
                <a:cs typeface="DM Sans Light"/>
                <a:sym typeface="DM Sans Light"/>
              </a:rPr>
              <a:t>All Ports Tours</a:t>
            </a:r>
            <a:endParaRPr sz="1000">
              <a:solidFill>
                <a:srgbClr val="F9F9F9"/>
              </a:solidFill>
              <a:latin typeface="DM Sans Light"/>
              <a:ea typeface="DM Sans Light"/>
              <a:cs typeface="DM Sans Light"/>
              <a:sym typeface="DM Sans Light"/>
            </a:endParaRPr>
          </a:p>
        </p:txBody>
      </p:sp>
      <p:cxnSp>
        <p:nvCxnSpPr>
          <p:cNvPr id="703" name="Google Shape;703;p75"/>
          <p:cNvCxnSpPr/>
          <p:nvPr/>
        </p:nvCxnSpPr>
        <p:spPr>
          <a:xfrm>
            <a:off x="5810920" y="1815375"/>
            <a:ext cx="0" cy="2700000"/>
          </a:xfrm>
          <a:prstGeom prst="straightConnector1">
            <a:avLst/>
          </a:prstGeom>
          <a:noFill/>
          <a:ln w="19050" cap="flat" cmpd="sng">
            <a:solidFill>
              <a:schemeClr val="lt1"/>
            </a:solidFill>
            <a:prstDash val="solid"/>
            <a:round/>
            <a:headEnd type="none" w="med" len="med"/>
            <a:tailEnd type="none" w="med" len="med"/>
          </a:ln>
        </p:spPr>
      </p:cxnSp>
      <p:cxnSp>
        <p:nvCxnSpPr>
          <p:cNvPr id="704" name="Google Shape;704;p75"/>
          <p:cNvCxnSpPr/>
          <p:nvPr/>
        </p:nvCxnSpPr>
        <p:spPr>
          <a:xfrm>
            <a:off x="3417983" y="1815375"/>
            <a:ext cx="0" cy="2700000"/>
          </a:xfrm>
          <a:prstGeom prst="straightConnector1">
            <a:avLst/>
          </a:prstGeom>
          <a:noFill/>
          <a:ln w="19050" cap="flat" cmpd="sng">
            <a:solidFill>
              <a:schemeClr val="lt1"/>
            </a:solidFill>
            <a:prstDash val="solid"/>
            <a:round/>
            <a:headEnd type="none" w="med" len="med"/>
            <a:tailEnd type="none" w="med" len="med"/>
          </a:ln>
        </p:spPr>
      </p:cxnSp>
      <p:pic>
        <p:nvPicPr>
          <p:cNvPr id="705" name="Google Shape;705;p75"/>
          <p:cNvPicPr preferRelativeResize="0"/>
          <p:nvPr/>
        </p:nvPicPr>
        <p:blipFill>
          <a:blip r:embed="rId6">
            <a:alphaModFix/>
          </a:blip>
          <a:stretch>
            <a:fillRect/>
          </a:stretch>
        </p:blipFill>
        <p:spPr>
          <a:xfrm>
            <a:off x="8035963" y="582375"/>
            <a:ext cx="999373" cy="999373"/>
          </a:xfrm>
          <a:prstGeom prst="rect">
            <a:avLst/>
          </a:prstGeom>
          <a:noFill/>
          <a:ln>
            <a:noFill/>
          </a:ln>
          <a:effectLst>
            <a:outerShdw blurRad="28575" dist="9525" dir="5400000" algn="bl" rotWithShape="0">
              <a:schemeClr val="accent6">
                <a:alpha val="40000"/>
              </a:scheme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76"/>
          <p:cNvSpPr/>
          <p:nvPr/>
        </p:nvSpPr>
        <p:spPr>
          <a:xfrm>
            <a:off x="2289848" y="2240280"/>
            <a:ext cx="2286978" cy="2924449"/>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183C40"/>
              </a:solidFill>
              <a:latin typeface="DM Sans"/>
              <a:ea typeface="DM Sans"/>
              <a:cs typeface="DM Sans"/>
              <a:sym typeface="DM Sans"/>
            </a:endParaRPr>
          </a:p>
        </p:txBody>
      </p:sp>
      <p:sp>
        <p:nvSpPr>
          <p:cNvPr id="711" name="Google Shape;711;p76"/>
          <p:cNvSpPr/>
          <p:nvPr/>
        </p:nvSpPr>
        <p:spPr>
          <a:xfrm>
            <a:off x="4569198" y="2240280"/>
            <a:ext cx="2290689" cy="2931871"/>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183C40"/>
              </a:solidFill>
              <a:latin typeface="DM Sans"/>
              <a:ea typeface="DM Sans"/>
              <a:cs typeface="DM Sans"/>
              <a:sym typeface="DM Sans"/>
            </a:endParaRPr>
          </a:p>
        </p:txBody>
      </p:sp>
      <p:sp>
        <p:nvSpPr>
          <p:cNvPr id="712" name="Google Shape;712;p76"/>
          <p:cNvSpPr/>
          <p:nvPr/>
        </p:nvSpPr>
        <p:spPr>
          <a:xfrm>
            <a:off x="6856984" y="2240280"/>
            <a:ext cx="2286978" cy="2939293"/>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183C40"/>
              </a:solidFill>
              <a:latin typeface="DM Sans"/>
              <a:ea typeface="DM Sans"/>
              <a:cs typeface="DM Sans"/>
              <a:sym typeface="DM Sans"/>
            </a:endParaRPr>
          </a:p>
        </p:txBody>
      </p:sp>
      <p:sp>
        <p:nvSpPr>
          <p:cNvPr id="713" name="Google Shape;713;p76"/>
          <p:cNvSpPr/>
          <p:nvPr/>
        </p:nvSpPr>
        <p:spPr>
          <a:xfrm>
            <a:off x="62" y="2240280"/>
            <a:ext cx="2294400" cy="2913315"/>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183C40"/>
              </a:solidFill>
              <a:latin typeface="DM Sans"/>
              <a:ea typeface="DM Sans"/>
              <a:cs typeface="DM Sans"/>
              <a:sym typeface="DM Sans"/>
            </a:endParaRPr>
          </a:p>
        </p:txBody>
      </p:sp>
      <p:sp>
        <p:nvSpPr>
          <p:cNvPr id="714" name="Google Shape;714;p76"/>
          <p:cNvSpPr txBox="1"/>
          <p:nvPr/>
        </p:nvSpPr>
        <p:spPr>
          <a:xfrm>
            <a:off x="2610437" y="3051660"/>
            <a:ext cx="1645800" cy="2016900"/>
          </a:xfrm>
          <a:prstGeom prst="rect">
            <a:avLst/>
          </a:prstGeom>
          <a:noFill/>
          <a:ln>
            <a:noFill/>
          </a:ln>
        </p:spPr>
        <p:txBody>
          <a:bodyPr spcFirstLastPara="1" wrap="square" lIns="0" tIns="0" rIns="0" bIns="0" anchor="t" anchorCtr="0">
            <a:noAutofit/>
          </a:bodyPr>
          <a:lstStyle/>
          <a:p>
            <a:pPr marL="0" lvl="0" indent="0" algn="l" rtl="0">
              <a:spcBef>
                <a:spcPts val="0"/>
              </a:spcBef>
              <a:spcAft>
                <a:spcPts val="400"/>
              </a:spcAft>
              <a:buNone/>
            </a:pPr>
            <a:r>
              <a:rPr lang="en" sz="1100">
                <a:solidFill>
                  <a:schemeClr val="lt1"/>
                </a:solidFill>
                <a:latin typeface="DM Sans Light"/>
                <a:ea typeface="DM Sans Light"/>
                <a:cs typeface="DM Sans Light"/>
                <a:sym typeface="DM Sans Light"/>
              </a:rPr>
              <a:t>Systems and services were up-to-date, preventing the use of well-known exploits.</a:t>
            </a:r>
            <a:endParaRPr sz="1100">
              <a:solidFill>
                <a:schemeClr val="lt1"/>
              </a:solidFill>
              <a:latin typeface="DM Sans Light"/>
              <a:ea typeface="DM Sans Light"/>
              <a:cs typeface="DM Sans Light"/>
              <a:sym typeface="DM Sans Light"/>
            </a:endParaRPr>
          </a:p>
        </p:txBody>
      </p:sp>
      <p:sp>
        <p:nvSpPr>
          <p:cNvPr id="715" name="Google Shape;715;p76"/>
          <p:cNvSpPr txBox="1"/>
          <p:nvPr/>
        </p:nvSpPr>
        <p:spPr>
          <a:xfrm>
            <a:off x="2610425" y="2505105"/>
            <a:ext cx="1970100" cy="43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500">
                <a:solidFill>
                  <a:schemeClr val="lt1"/>
                </a:solidFill>
                <a:latin typeface="Newsreader"/>
                <a:ea typeface="Newsreader"/>
                <a:cs typeface="Newsreader"/>
                <a:sym typeface="Newsreader"/>
              </a:rPr>
              <a:t>Up-to-date systems</a:t>
            </a:r>
            <a:endParaRPr sz="1500">
              <a:solidFill>
                <a:schemeClr val="lt1"/>
              </a:solidFill>
              <a:latin typeface="Newsreader"/>
              <a:ea typeface="Newsreader"/>
              <a:cs typeface="Newsreader"/>
              <a:sym typeface="Newsreader"/>
            </a:endParaRPr>
          </a:p>
        </p:txBody>
      </p:sp>
      <p:sp>
        <p:nvSpPr>
          <p:cNvPr id="716" name="Google Shape;716;p76"/>
          <p:cNvSpPr txBox="1"/>
          <p:nvPr/>
        </p:nvSpPr>
        <p:spPr>
          <a:xfrm>
            <a:off x="4889787" y="3051660"/>
            <a:ext cx="1645800" cy="2016900"/>
          </a:xfrm>
          <a:prstGeom prst="rect">
            <a:avLst/>
          </a:prstGeom>
          <a:noFill/>
          <a:ln>
            <a:noFill/>
          </a:ln>
        </p:spPr>
        <p:txBody>
          <a:bodyPr spcFirstLastPara="1" wrap="square" lIns="0" tIns="0" rIns="0" bIns="0" anchor="t" anchorCtr="0">
            <a:noAutofit/>
          </a:bodyPr>
          <a:lstStyle/>
          <a:p>
            <a:pPr marL="0" lvl="0" indent="0" algn="l" rtl="0">
              <a:spcBef>
                <a:spcPts val="0"/>
              </a:spcBef>
              <a:spcAft>
                <a:spcPts val="400"/>
              </a:spcAft>
              <a:buNone/>
            </a:pPr>
            <a:r>
              <a:rPr lang="en" sz="1100">
                <a:solidFill>
                  <a:srgbClr val="F9F9F9"/>
                </a:solidFill>
                <a:latin typeface="DM Sans Light"/>
                <a:ea typeface="DM Sans Light"/>
                <a:cs typeface="DM Sans Light"/>
                <a:sym typeface="DM Sans Light"/>
              </a:rPr>
              <a:t>Important credentials were not reused across the network, also limiting the impact of vulnerabilities.</a:t>
            </a:r>
            <a:endParaRPr sz="1100">
              <a:solidFill>
                <a:srgbClr val="F9F9F9"/>
              </a:solidFill>
              <a:latin typeface="DM Sans Light"/>
              <a:ea typeface="DM Sans Light"/>
              <a:cs typeface="DM Sans Light"/>
              <a:sym typeface="DM Sans Light"/>
            </a:endParaRPr>
          </a:p>
        </p:txBody>
      </p:sp>
      <p:sp>
        <p:nvSpPr>
          <p:cNvPr id="717" name="Google Shape;717;p76"/>
          <p:cNvSpPr txBox="1"/>
          <p:nvPr/>
        </p:nvSpPr>
        <p:spPr>
          <a:xfrm>
            <a:off x="4889775" y="2505105"/>
            <a:ext cx="1970100" cy="43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500">
                <a:solidFill>
                  <a:srgbClr val="F9F9F9"/>
                </a:solidFill>
                <a:latin typeface="Newsreader"/>
                <a:ea typeface="Newsreader"/>
                <a:cs typeface="Newsreader"/>
                <a:sym typeface="Newsreader"/>
              </a:rPr>
              <a:t>One-time credentials</a:t>
            </a:r>
            <a:endParaRPr sz="1500">
              <a:solidFill>
                <a:srgbClr val="F9F9F9"/>
              </a:solidFill>
              <a:latin typeface="Newsreader"/>
              <a:ea typeface="Newsreader"/>
              <a:cs typeface="Newsreader"/>
              <a:sym typeface="Newsreader"/>
            </a:endParaRPr>
          </a:p>
        </p:txBody>
      </p:sp>
      <p:sp>
        <p:nvSpPr>
          <p:cNvPr id="718" name="Google Shape;718;p76"/>
          <p:cNvSpPr txBox="1"/>
          <p:nvPr/>
        </p:nvSpPr>
        <p:spPr>
          <a:xfrm>
            <a:off x="7130887" y="3051660"/>
            <a:ext cx="1645800" cy="2016900"/>
          </a:xfrm>
          <a:prstGeom prst="rect">
            <a:avLst/>
          </a:prstGeom>
          <a:noFill/>
          <a:ln>
            <a:noFill/>
          </a:ln>
        </p:spPr>
        <p:txBody>
          <a:bodyPr spcFirstLastPara="1" wrap="square" lIns="0" tIns="0" rIns="0" bIns="0" anchor="t" anchorCtr="0">
            <a:noAutofit/>
          </a:bodyPr>
          <a:lstStyle/>
          <a:p>
            <a:pPr marL="0" lvl="0" indent="0" algn="l" rtl="0">
              <a:spcBef>
                <a:spcPts val="0"/>
              </a:spcBef>
              <a:spcAft>
                <a:spcPts val="400"/>
              </a:spcAft>
              <a:buNone/>
            </a:pPr>
            <a:r>
              <a:rPr lang="en" sz="1100">
                <a:solidFill>
                  <a:schemeClr val="lt1"/>
                </a:solidFill>
                <a:latin typeface="DM Sans Light"/>
                <a:ea typeface="DM Sans Light"/>
                <a:cs typeface="DM Sans Light"/>
                <a:sym typeface="DM Sans Light"/>
              </a:rPr>
              <a:t>Logging and monitoring was extensively utilized throughout the network, aiding threat detection.</a:t>
            </a:r>
            <a:endParaRPr sz="1100">
              <a:solidFill>
                <a:schemeClr val="lt1"/>
              </a:solidFill>
              <a:latin typeface="DM Sans Light"/>
              <a:ea typeface="DM Sans Light"/>
              <a:cs typeface="DM Sans Light"/>
              <a:sym typeface="DM Sans Light"/>
            </a:endParaRPr>
          </a:p>
        </p:txBody>
      </p:sp>
      <p:sp>
        <p:nvSpPr>
          <p:cNvPr id="719" name="Google Shape;719;p76"/>
          <p:cNvSpPr txBox="1"/>
          <p:nvPr/>
        </p:nvSpPr>
        <p:spPr>
          <a:xfrm>
            <a:off x="7130877" y="2505105"/>
            <a:ext cx="2013000" cy="43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500">
                <a:solidFill>
                  <a:schemeClr val="lt1"/>
                </a:solidFill>
                <a:latin typeface="Newsreader"/>
                <a:ea typeface="Newsreader"/>
                <a:cs typeface="Newsreader"/>
                <a:sym typeface="Newsreader"/>
              </a:rPr>
              <a:t>Effective logging</a:t>
            </a:r>
            <a:endParaRPr sz="1500">
              <a:solidFill>
                <a:schemeClr val="lt1"/>
              </a:solidFill>
              <a:latin typeface="Newsreader"/>
              <a:ea typeface="Newsreader"/>
              <a:cs typeface="Newsreader"/>
              <a:sym typeface="Newsreader"/>
            </a:endParaRPr>
          </a:p>
        </p:txBody>
      </p:sp>
      <p:sp>
        <p:nvSpPr>
          <p:cNvPr id="720" name="Google Shape;720;p76"/>
          <p:cNvSpPr txBox="1"/>
          <p:nvPr/>
        </p:nvSpPr>
        <p:spPr>
          <a:xfrm>
            <a:off x="360537" y="3051660"/>
            <a:ext cx="1645800" cy="2016900"/>
          </a:xfrm>
          <a:prstGeom prst="rect">
            <a:avLst/>
          </a:prstGeom>
          <a:noFill/>
          <a:ln>
            <a:noFill/>
          </a:ln>
        </p:spPr>
        <p:txBody>
          <a:bodyPr spcFirstLastPara="1" wrap="square" lIns="0" tIns="0" rIns="0" bIns="0" anchor="t" anchorCtr="0">
            <a:noAutofit/>
          </a:bodyPr>
          <a:lstStyle/>
          <a:p>
            <a:pPr marL="0" lvl="0" indent="0" algn="l" rtl="0">
              <a:spcBef>
                <a:spcPts val="0"/>
              </a:spcBef>
              <a:spcAft>
                <a:spcPts val="400"/>
              </a:spcAft>
              <a:buNone/>
            </a:pPr>
            <a:r>
              <a:rPr lang="en" sz="1100">
                <a:solidFill>
                  <a:srgbClr val="F9F9F9"/>
                </a:solidFill>
                <a:latin typeface="DM Sans Light"/>
                <a:ea typeface="DM Sans Light"/>
                <a:cs typeface="DM Sans Light"/>
                <a:sym typeface="DM Sans Light"/>
              </a:rPr>
              <a:t>Services appeared to be properly isolated, limiting the impact of vulnerabilities.</a:t>
            </a:r>
            <a:endParaRPr sz="1100">
              <a:solidFill>
                <a:srgbClr val="F9F9F9"/>
              </a:solidFill>
              <a:latin typeface="DM Sans Light"/>
              <a:ea typeface="DM Sans Light"/>
              <a:cs typeface="DM Sans Light"/>
              <a:sym typeface="DM Sans Light"/>
            </a:endParaRPr>
          </a:p>
        </p:txBody>
      </p:sp>
      <p:sp>
        <p:nvSpPr>
          <p:cNvPr id="721" name="Google Shape;721;p76"/>
          <p:cNvSpPr txBox="1"/>
          <p:nvPr/>
        </p:nvSpPr>
        <p:spPr>
          <a:xfrm>
            <a:off x="360523" y="2505105"/>
            <a:ext cx="1933800" cy="43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500">
                <a:solidFill>
                  <a:srgbClr val="F9F9F9"/>
                </a:solidFill>
                <a:latin typeface="Newsreader"/>
                <a:ea typeface="Newsreader"/>
                <a:cs typeface="Newsreader"/>
                <a:sym typeface="Newsreader"/>
              </a:rPr>
              <a:t>Service isolation</a:t>
            </a:r>
            <a:endParaRPr sz="1500">
              <a:solidFill>
                <a:srgbClr val="F9F9F9"/>
              </a:solidFill>
              <a:latin typeface="Newsreader"/>
              <a:ea typeface="Newsreader"/>
              <a:cs typeface="Newsreader"/>
              <a:sym typeface="Newsreader"/>
            </a:endParaRPr>
          </a:p>
        </p:txBody>
      </p:sp>
      <p:sp>
        <p:nvSpPr>
          <p:cNvPr id="722" name="Google Shape;722;p76"/>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10</a:t>
            </a:fld>
            <a:endParaRPr/>
          </a:p>
        </p:txBody>
      </p:sp>
      <p:sp>
        <p:nvSpPr>
          <p:cNvPr id="723" name="Google Shape;723;p76"/>
          <p:cNvSpPr txBox="1">
            <a:spLocks noGrp="1"/>
          </p:cNvSpPr>
          <p:nvPr>
            <p:ph type="subTitle" idx="9"/>
          </p:nvPr>
        </p:nvSpPr>
        <p:spPr>
          <a:xfrm>
            <a:off x="361975" y="217725"/>
            <a:ext cx="4163100" cy="237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Finals-XX</a:t>
            </a:r>
            <a:endParaRPr/>
          </a:p>
        </p:txBody>
      </p:sp>
      <p:sp>
        <p:nvSpPr>
          <p:cNvPr id="724" name="Google Shape;724;p76"/>
          <p:cNvSpPr txBox="1"/>
          <p:nvPr/>
        </p:nvSpPr>
        <p:spPr>
          <a:xfrm>
            <a:off x="361975" y="988555"/>
            <a:ext cx="3860100" cy="4002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600">
                <a:solidFill>
                  <a:srgbClr val="F9F9F9"/>
                </a:solidFill>
                <a:latin typeface="Newsreader"/>
                <a:ea typeface="Newsreader"/>
                <a:cs typeface="Newsreader"/>
                <a:sym typeface="Newsreader"/>
              </a:rPr>
              <a:t>Strengths</a:t>
            </a:r>
            <a:endParaRPr sz="2600">
              <a:solidFill>
                <a:srgbClr val="F9F9F9"/>
              </a:solidFill>
              <a:latin typeface="Newsreader"/>
              <a:ea typeface="Newsreader"/>
              <a:cs typeface="Newsreader"/>
              <a:sym typeface="Newsreader"/>
            </a:endParaRPr>
          </a:p>
        </p:txBody>
      </p:sp>
      <p:sp>
        <p:nvSpPr>
          <p:cNvPr id="725" name="Google Shape;725;p76"/>
          <p:cNvSpPr txBox="1"/>
          <p:nvPr/>
        </p:nvSpPr>
        <p:spPr>
          <a:xfrm>
            <a:off x="361975" y="732775"/>
            <a:ext cx="3860100" cy="153900"/>
          </a:xfrm>
          <a:prstGeom prst="rect">
            <a:avLst/>
          </a:prstGeom>
          <a:noFill/>
          <a:ln>
            <a:noFill/>
          </a:ln>
        </p:spPr>
        <p:txBody>
          <a:bodyPr spcFirstLastPara="1" wrap="square" lIns="0" tIns="0" rIns="0" bIns="0" anchor="b" anchorCtr="0">
            <a:spAutoFit/>
          </a:bodyPr>
          <a:lstStyle/>
          <a:p>
            <a:pPr marL="0" lvl="0" indent="0" algn="l" rtl="0">
              <a:spcBef>
                <a:spcPts val="0"/>
              </a:spcBef>
              <a:spcAft>
                <a:spcPts val="0"/>
              </a:spcAft>
              <a:buNone/>
            </a:pPr>
            <a:r>
              <a:rPr lang="en" sz="1000">
                <a:solidFill>
                  <a:srgbClr val="F9F9F9"/>
                </a:solidFill>
                <a:latin typeface="DM Sans Light"/>
                <a:ea typeface="DM Sans Light"/>
                <a:cs typeface="DM Sans Light"/>
                <a:sym typeface="DM Sans Light"/>
              </a:rPr>
              <a:t>All Ports Tours</a:t>
            </a:r>
            <a:endParaRPr sz="1000">
              <a:solidFill>
                <a:srgbClr val="F9F9F9"/>
              </a:solidFill>
              <a:latin typeface="DM Sans Light"/>
              <a:ea typeface="DM Sans Light"/>
              <a:cs typeface="DM Sans Light"/>
              <a:sym typeface="DM Sans Light"/>
            </a:endParaRPr>
          </a:p>
        </p:txBody>
      </p:sp>
      <p:pic>
        <p:nvPicPr>
          <p:cNvPr id="726" name="Google Shape;726;p76"/>
          <p:cNvPicPr preferRelativeResize="0"/>
          <p:nvPr/>
        </p:nvPicPr>
        <p:blipFill>
          <a:blip r:embed="rId3">
            <a:alphaModFix/>
          </a:blip>
          <a:stretch>
            <a:fillRect/>
          </a:stretch>
        </p:blipFill>
        <p:spPr>
          <a:xfrm>
            <a:off x="8035963" y="582375"/>
            <a:ext cx="999373" cy="999373"/>
          </a:xfrm>
          <a:prstGeom prst="rect">
            <a:avLst/>
          </a:prstGeom>
          <a:noFill/>
          <a:ln>
            <a:noFill/>
          </a:ln>
          <a:effectLst>
            <a:outerShdw blurRad="28575" dist="9525" dir="5400000" algn="bl" rotWithShape="0">
              <a:schemeClr val="accent6">
                <a:alpha val="40000"/>
              </a:scheme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77"/>
          <p:cNvSpPr/>
          <p:nvPr/>
        </p:nvSpPr>
        <p:spPr>
          <a:xfrm>
            <a:off x="2286125" y="2240275"/>
            <a:ext cx="2294400" cy="29031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DM Sans"/>
              <a:ea typeface="DM Sans"/>
              <a:cs typeface="DM Sans"/>
              <a:sym typeface="DM Sans"/>
            </a:endParaRPr>
          </a:p>
        </p:txBody>
      </p:sp>
      <p:sp>
        <p:nvSpPr>
          <p:cNvPr id="732" name="Google Shape;732;p77"/>
          <p:cNvSpPr/>
          <p:nvPr/>
        </p:nvSpPr>
        <p:spPr>
          <a:xfrm>
            <a:off x="4565475" y="2240275"/>
            <a:ext cx="2294400" cy="29031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DM Sans"/>
              <a:ea typeface="DM Sans"/>
              <a:cs typeface="DM Sans"/>
              <a:sym typeface="DM Sans"/>
            </a:endParaRPr>
          </a:p>
        </p:txBody>
      </p:sp>
      <p:sp>
        <p:nvSpPr>
          <p:cNvPr id="733" name="Google Shape;733;p77"/>
          <p:cNvSpPr/>
          <p:nvPr/>
        </p:nvSpPr>
        <p:spPr>
          <a:xfrm>
            <a:off x="6849550" y="2240275"/>
            <a:ext cx="2294400" cy="2903100"/>
          </a:xfrm>
          <a:prstGeom prst="rect">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DM Sans"/>
              <a:ea typeface="DM Sans"/>
              <a:cs typeface="DM Sans"/>
              <a:sym typeface="DM Sans"/>
            </a:endParaRPr>
          </a:p>
        </p:txBody>
      </p:sp>
      <p:sp>
        <p:nvSpPr>
          <p:cNvPr id="734" name="Google Shape;734;p77"/>
          <p:cNvSpPr/>
          <p:nvPr/>
        </p:nvSpPr>
        <p:spPr>
          <a:xfrm>
            <a:off x="50" y="2240275"/>
            <a:ext cx="2294400" cy="29031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DM Sans"/>
              <a:ea typeface="DM Sans"/>
              <a:cs typeface="DM Sans"/>
              <a:sym typeface="DM Sans"/>
            </a:endParaRPr>
          </a:p>
        </p:txBody>
      </p:sp>
      <p:sp>
        <p:nvSpPr>
          <p:cNvPr id="735" name="Google Shape;735;p77"/>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11</a:t>
            </a:fld>
            <a:endParaRPr/>
          </a:p>
        </p:txBody>
      </p:sp>
      <p:cxnSp>
        <p:nvCxnSpPr>
          <p:cNvPr id="736" name="Google Shape;736;p77"/>
          <p:cNvCxnSpPr/>
          <p:nvPr/>
        </p:nvCxnSpPr>
        <p:spPr>
          <a:xfrm>
            <a:off x="362225" y="4287097"/>
            <a:ext cx="1645800" cy="0"/>
          </a:xfrm>
          <a:prstGeom prst="straightConnector1">
            <a:avLst/>
          </a:prstGeom>
          <a:noFill/>
          <a:ln w="9525" cap="flat" cmpd="sng">
            <a:solidFill>
              <a:schemeClr val="accent1"/>
            </a:solidFill>
            <a:prstDash val="solid"/>
            <a:round/>
            <a:headEnd type="none" w="med" len="med"/>
            <a:tailEnd type="none" w="med" len="med"/>
          </a:ln>
        </p:spPr>
      </p:cxnSp>
      <p:cxnSp>
        <p:nvCxnSpPr>
          <p:cNvPr id="737" name="Google Shape;737;p77"/>
          <p:cNvCxnSpPr/>
          <p:nvPr/>
        </p:nvCxnSpPr>
        <p:spPr>
          <a:xfrm>
            <a:off x="362225" y="4530872"/>
            <a:ext cx="1645800" cy="0"/>
          </a:xfrm>
          <a:prstGeom prst="straightConnector1">
            <a:avLst/>
          </a:prstGeom>
          <a:noFill/>
          <a:ln w="9525" cap="flat" cmpd="sng">
            <a:solidFill>
              <a:schemeClr val="accent1"/>
            </a:solidFill>
            <a:prstDash val="solid"/>
            <a:round/>
            <a:headEnd type="none" w="med" len="med"/>
            <a:tailEnd type="none" w="med" len="med"/>
          </a:ln>
        </p:spPr>
      </p:cxnSp>
      <p:cxnSp>
        <p:nvCxnSpPr>
          <p:cNvPr id="738" name="Google Shape;738;p77"/>
          <p:cNvCxnSpPr/>
          <p:nvPr/>
        </p:nvCxnSpPr>
        <p:spPr>
          <a:xfrm>
            <a:off x="4889775" y="4287097"/>
            <a:ext cx="1645800" cy="0"/>
          </a:xfrm>
          <a:prstGeom prst="straightConnector1">
            <a:avLst/>
          </a:prstGeom>
          <a:noFill/>
          <a:ln w="9525" cap="flat" cmpd="sng">
            <a:solidFill>
              <a:schemeClr val="accent1"/>
            </a:solidFill>
            <a:prstDash val="solid"/>
            <a:round/>
            <a:headEnd type="none" w="med" len="med"/>
            <a:tailEnd type="none" w="med" len="med"/>
          </a:ln>
        </p:spPr>
      </p:cxnSp>
      <p:cxnSp>
        <p:nvCxnSpPr>
          <p:cNvPr id="739" name="Google Shape;739;p77"/>
          <p:cNvCxnSpPr/>
          <p:nvPr/>
        </p:nvCxnSpPr>
        <p:spPr>
          <a:xfrm>
            <a:off x="4889775" y="4530872"/>
            <a:ext cx="1645800" cy="0"/>
          </a:xfrm>
          <a:prstGeom prst="straightConnector1">
            <a:avLst/>
          </a:prstGeom>
          <a:noFill/>
          <a:ln w="9525" cap="flat" cmpd="sng">
            <a:solidFill>
              <a:schemeClr val="accent1"/>
            </a:solidFill>
            <a:prstDash val="solid"/>
            <a:round/>
            <a:headEnd type="none" w="med" len="med"/>
            <a:tailEnd type="none" w="med" len="med"/>
          </a:ln>
        </p:spPr>
      </p:cxnSp>
      <p:cxnSp>
        <p:nvCxnSpPr>
          <p:cNvPr id="740" name="Google Shape;740;p77"/>
          <p:cNvCxnSpPr/>
          <p:nvPr/>
        </p:nvCxnSpPr>
        <p:spPr>
          <a:xfrm>
            <a:off x="2625150" y="4287097"/>
            <a:ext cx="1645800" cy="0"/>
          </a:xfrm>
          <a:prstGeom prst="straightConnector1">
            <a:avLst/>
          </a:prstGeom>
          <a:noFill/>
          <a:ln w="9525" cap="flat" cmpd="sng">
            <a:solidFill>
              <a:schemeClr val="dk2"/>
            </a:solidFill>
            <a:prstDash val="solid"/>
            <a:round/>
            <a:headEnd type="none" w="med" len="med"/>
            <a:tailEnd type="none" w="med" len="med"/>
          </a:ln>
        </p:spPr>
      </p:cxnSp>
      <p:cxnSp>
        <p:nvCxnSpPr>
          <p:cNvPr id="741" name="Google Shape;741;p77"/>
          <p:cNvCxnSpPr/>
          <p:nvPr/>
        </p:nvCxnSpPr>
        <p:spPr>
          <a:xfrm>
            <a:off x="2625150" y="4530872"/>
            <a:ext cx="1645800" cy="0"/>
          </a:xfrm>
          <a:prstGeom prst="straightConnector1">
            <a:avLst/>
          </a:prstGeom>
          <a:noFill/>
          <a:ln w="9525" cap="flat" cmpd="sng">
            <a:solidFill>
              <a:schemeClr val="dk2"/>
            </a:solidFill>
            <a:prstDash val="solid"/>
            <a:round/>
            <a:headEnd type="none" w="med" len="med"/>
            <a:tailEnd type="none" w="med" len="med"/>
          </a:ln>
        </p:spPr>
      </p:cxnSp>
      <p:cxnSp>
        <p:nvCxnSpPr>
          <p:cNvPr id="742" name="Google Shape;742;p77"/>
          <p:cNvCxnSpPr/>
          <p:nvPr/>
        </p:nvCxnSpPr>
        <p:spPr>
          <a:xfrm>
            <a:off x="7130875" y="4287097"/>
            <a:ext cx="1645800" cy="0"/>
          </a:xfrm>
          <a:prstGeom prst="straightConnector1">
            <a:avLst/>
          </a:prstGeom>
          <a:noFill/>
          <a:ln w="9525" cap="flat" cmpd="sng">
            <a:solidFill>
              <a:schemeClr val="dk2"/>
            </a:solidFill>
            <a:prstDash val="solid"/>
            <a:round/>
            <a:headEnd type="none" w="med" len="med"/>
            <a:tailEnd type="none" w="med" len="med"/>
          </a:ln>
        </p:spPr>
      </p:cxnSp>
      <p:cxnSp>
        <p:nvCxnSpPr>
          <p:cNvPr id="743" name="Google Shape;743;p77"/>
          <p:cNvCxnSpPr/>
          <p:nvPr/>
        </p:nvCxnSpPr>
        <p:spPr>
          <a:xfrm>
            <a:off x="7130875" y="4530872"/>
            <a:ext cx="1645800" cy="0"/>
          </a:xfrm>
          <a:prstGeom prst="straightConnector1">
            <a:avLst/>
          </a:prstGeom>
          <a:noFill/>
          <a:ln w="9525" cap="flat" cmpd="sng">
            <a:solidFill>
              <a:schemeClr val="dk2"/>
            </a:solidFill>
            <a:prstDash val="solid"/>
            <a:round/>
            <a:headEnd type="none" w="med" len="med"/>
            <a:tailEnd type="none" w="med" len="med"/>
          </a:ln>
        </p:spPr>
      </p:cxnSp>
      <p:sp>
        <p:nvSpPr>
          <p:cNvPr id="744" name="Google Shape;744;p77"/>
          <p:cNvSpPr txBox="1"/>
          <p:nvPr/>
        </p:nvSpPr>
        <p:spPr>
          <a:xfrm>
            <a:off x="7053475" y="3970043"/>
            <a:ext cx="2090400" cy="800400"/>
          </a:xfrm>
          <a:prstGeom prst="rect">
            <a:avLst/>
          </a:prstGeom>
          <a:noFill/>
          <a:ln>
            <a:noFill/>
          </a:ln>
        </p:spPr>
        <p:txBody>
          <a:bodyPr spcFirstLastPara="1" wrap="square" lIns="91425" tIns="91425" rIns="91425" bIns="91425" anchor="t" anchorCtr="0">
            <a:spAutoFit/>
          </a:bodyPr>
          <a:lstStyle/>
          <a:p>
            <a:pPr marL="182880" lvl="0" indent="-154940" algn="l" rtl="0">
              <a:lnSpc>
                <a:spcPct val="150000"/>
              </a:lnSpc>
              <a:spcBef>
                <a:spcPts val="0"/>
              </a:spcBef>
              <a:spcAft>
                <a:spcPts val="0"/>
              </a:spcAft>
              <a:buClr>
                <a:schemeClr val="lt1"/>
              </a:buClr>
              <a:buSzPts val="1000"/>
              <a:buFont typeface="DM Sans Light"/>
              <a:buChar char="→"/>
            </a:pPr>
            <a:r>
              <a:rPr lang="en" sz="1000">
                <a:solidFill>
                  <a:schemeClr val="lt1"/>
                </a:solidFill>
                <a:latin typeface="DM Sans Light"/>
                <a:ea typeface="DM Sans Light"/>
                <a:cs typeface="DM Sans Light"/>
                <a:sym typeface="DM Sans Light"/>
              </a:rPr>
              <a:t>NIST Guidelines</a:t>
            </a:r>
            <a:endParaRPr sz="1000">
              <a:solidFill>
                <a:schemeClr val="lt1"/>
              </a:solidFill>
              <a:latin typeface="DM Sans Light"/>
              <a:ea typeface="DM Sans Light"/>
              <a:cs typeface="DM Sans Light"/>
              <a:sym typeface="DM Sans Light"/>
            </a:endParaRPr>
          </a:p>
          <a:p>
            <a:pPr marL="182880" lvl="0" indent="-154940" algn="l" rtl="0">
              <a:lnSpc>
                <a:spcPct val="150000"/>
              </a:lnSpc>
              <a:spcBef>
                <a:spcPts val="0"/>
              </a:spcBef>
              <a:spcAft>
                <a:spcPts val="0"/>
              </a:spcAft>
              <a:buClr>
                <a:schemeClr val="lt1"/>
              </a:buClr>
              <a:buSzPts val="1000"/>
              <a:buFont typeface="DM Sans Light"/>
              <a:buChar char="→"/>
            </a:pPr>
            <a:r>
              <a:rPr lang="en" sz="1000">
                <a:solidFill>
                  <a:schemeClr val="lt1"/>
                </a:solidFill>
                <a:latin typeface="DM Sans Light"/>
                <a:ea typeface="DM Sans Light"/>
                <a:cs typeface="DM Sans Light"/>
                <a:sym typeface="DM Sans Light"/>
              </a:rPr>
              <a:t>CISA Recommendations</a:t>
            </a:r>
            <a:endParaRPr sz="1000">
              <a:solidFill>
                <a:schemeClr val="lt1"/>
              </a:solidFill>
              <a:latin typeface="DM Sans Light"/>
              <a:ea typeface="DM Sans Light"/>
              <a:cs typeface="DM Sans Light"/>
              <a:sym typeface="DM Sans Light"/>
            </a:endParaRPr>
          </a:p>
          <a:p>
            <a:pPr marL="182880" lvl="0" indent="-154940" algn="l" rtl="0">
              <a:lnSpc>
                <a:spcPct val="150000"/>
              </a:lnSpc>
              <a:spcBef>
                <a:spcPts val="0"/>
              </a:spcBef>
              <a:spcAft>
                <a:spcPts val="0"/>
              </a:spcAft>
              <a:buClr>
                <a:schemeClr val="lt1"/>
              </a:buClr>
              <a:buSzPts val="1000"/>
              <a:buFont typeface="DM Sans Light"/>
              <a:buChar char="→"/>
            </a:pPr>
            <a:r>
              <a:rPr lang="en" sz="1000">
                <a:solidFill>
                  <a:schemeClr val="lt1"/>
                </a:solidFill>
                <a:latin typeface="DM Sans Light"/>
                <a:ea typeface="DM Sans Light"/>
                <a:cs typeface="DM Sans Light"/>
                <a:sym typeface="DM Sans Light"/>
              </a:rPr>
              <a:t>OWASP Standards</a:t>
            </a:r>
            <a:endParaRPr sz="1000">
              <a:solidFill>
                <a:schemeClr val="lt1"/>
              </a:solidFill>
              <a:latin typeface="DM Sans Light"/>
              <a:ea typeface="DM Sans Light"/>
              <a:cs typeface="DM Sans Light"/>
              <a:sym typeface="DM Sans Light"/>
            </a:endParaRPr>
          </a:p>
        </p:txBody>
      </p:sp>
      <p:sp>
        <p:nvSpPr>
          <p:cNvPr id="745" name="Google Shape;745;p77"/>
          <p:cNvSpPr txBox="1"/>
          <p:nvPr/>
        </p:nvSpPr>
        <p:spPr>
          <a:xfrm>
            <a:off x="4831079" y="3970048"/>
            <a:ext cx="1723200" cy="800400"/>
          </a:xfrm>
          <a:prstGeom prst="rect">
            <a:avLst/>
          </a:prstGeom>
          <a:noFill/>
          <a:ln>
            <a:noFill/>
          </a:ln>
        </p:spPr>
        <p:txBody>
          <a:bodyPr spcFirstLastPara="1" wrap="square" lIns="91425" tIns="91425" rIns="91425" bIns="91425" anchor="t" anchorCtr="0">
            <a:spAutoFit/>
          </a:bodyPr>
          <a:lstStyle/>
          <a:p>
            <a:pPr marL="182880" lvl="0" indent="-154940" algn="l" rtl="0">
              <a:lnSpc>
                <a:spcPct val="150000"/>
              </a:lnSpc>
              <a:spcBef>
                <a:spcPts val="0"/>
              </a:spcBef>
              <a:spcAft>
                <a:spcPts val="0"/>
              </a:spcAft>
              <a:buClr>
                <a:schemeClr val="dk1"/>
              </a:buClr>
              <a:buSzPts val="1000"/>
              <a:buFont typeface="DM Sans Light"/>
              <a:buChar char="→"/>
            </a:pPr>
            <a:r>
              <a:rPr lang="en" sz="1000">
                <a:solidFill>
                  <a:schemeClr val="dk1"/>
                </a:solidFill>
                <a:latin typeface="DM Sans Light"/>
                <a:ea typeface="DM Sans Light"/>
                <a:cs typeface="DM Sans Light"/>
                <a:sym typeface="DM Sans Light"/>
              </a:rPr>
              <a:t>AD Group Policy</a:t>
            </a:r>
            <a:endParaRPr sz="1000">
              <a:solidFill>
                <a:schemeClr val="dk1"/>
              </a:solidFill>
              <a:latin typeface="DM Sans Light"/>
              <a:ea typeface="DM Sans Light"/>
              <a:cs typeface="DM Sans Light"/>
              <a:sym typeface="DM Sans Light"/>
            </a:endParaRPr>
          </a:p>
          <a:p>
            <a:pPr marL="182880" lvl="0" indent="-154940" algn="l" rtl="0">
              <a:lnSpc>
                <a:spcPct val="150000"/>
              </a:lnSpc>
              <a:spcBef>
                <a:spcPts val="0"/>
              </a:spcBef>
              <a:spcAft>
                <a:spcPts val="0"/>
              </a:spcAft>
              <a:buClr>
                <a:schemeClr val="dk1"/>
              </a:buClr>
              <a:buSzPts val="1000"/>
              <a:buFont typeface="DM Sans Light"/>
              <a:buChar char="→"/>
            </a:pPr>
            <a:r>
              <a:rPr lang="en" sz="1000">
                <a:solidFill>
                  <a:schemeClr val="dk1"/>
                </a:solidFill>
                <a:latin typeface="DM Sans Light"/>
                <a:ea typeface="DM Sans Light"/>
                <a:cs typeface="DM Sans Light"/>
                <a:sym typeface="DM Sans Light"/>
              </a:rPr>
              <a:t>Microsoft Entra</a:t>
            </a:r>
            <a:endParaRPr sz="1000">
              <a:solidFill>
                <a:schemeClr val="dk1"/>
              </a:solidFill>
              <a:latin typeface="DM Sans Light"/>
              <a:ea typeface="DM Sans Light"/>
              <a:cs typeface="DM Sans Light"/>
              <a:sym typeface="DM Sans Light"/>
            </a:endParaRPr>
          </a:p>
          <a:p>
            <a:pPr marL="182880" lvl="0" indent="-154940" algn="l" rtl="0">
              <a:lnSpc>
                <a:spcPct val="150000"/>
              </a:lnSpc>
              <a:spcBef>
                <a:spcPts val="0"/>
              </a:spcBef>
              <a:spcAft>
                <a:spcPts val="0"/>
              </a:spcAft>
              <a:buClr>
                <a:schemeClr val="dk1"/>
              </a:buClr>
              <a:buSzPts val="1000"/>
              <a:buFont typeface="DM Sans Light"/>
              <a:buChar char="→"/>
            </a:pPr>
            <a:r>
              <a:rPr lang="en" sz="1000">
                <a:solidFill>
                  <a:schemeClr val="dk1"/>
                </a:solidFill>
                <a:latin typeface="DM Sans Light"/>
                <a:ea typeface="DM Sans Light"/>
                <a:cs typeface="DM Sans Light"/>
                <a:sym typeface="DM Sans Light"/>
              </a:rPr>
              <a:t>IBM Verify Identity</a:t>
            </a:r>
            <a:endParaRPr sz="1000">
              <a:solidFill>
                <a:schemeClr val="dk1"/>
              </a:solidFill>
              <a:latin typeface="DM Sans Light"/>
              <a:ea typeface="DM Sans Light"/>
              <a:cs typeface="DM Sans Light"/>
              <a:sym typeface="DM Sans Light"/>
            </a:endParaRPr>
          </a:p>
        </p:txBody>
      </p:sp>
      <p:sp>
        <p:nvSpPr>
          <p:cNvPr id="746" name="Google Shape;746;p77"/>
          <p:cNvSpPr txBox="1"/>
          <p:nvPr/>
        </p:nvSpPr>
        <p:spPr>
          <a:xfrm>
            <a:off x="312375" y="3970043"/>
            <a:ext cx="1830900" cy="800400"/>
          </a:xfrm>
          <a:prstGeom prst="rect">
            <a:avLst/>
          </a:prstGeom>
          <a:noFill/>
          <a:ln>
            <a:noFill/>
          </a:ln>
        </p:spPr>
        <p:txBody>
          <a:bodyPr spcFirstLastPara="1" wrap="square" lIns="91425" tIns="91425" rIns="91425" bIns="91425" anchor="t" anchorCtr="0">
            <a:spAutoFit/>
          </a:bodyPr>
          <a:lstStyle/>
          <a:p>
            <a:pPr marL="182880" lvl="0" indent="-154940" algn="l" rtl="0">
              <a:lnSpc>
                <a:spcPct val="150000"/>
              </a:lnSpc>
              <a:spcBef>
                <a:spcPts val="0"/>
              </a:spcBef>
              <a:spcAft>
                <a:spcPts val="0"/>
              </a:spcAft>
              <a:buClr>
                <a:schemeClr val="dk1"/>
              </a:buClr>
              <a:buSzPts val="1000"/>
              <a:buFont typeface="DM Sans Light"/>
              <a:buChar char="→"/>
            </a:pPr>
            <a:r>
              <a:rPr lang="en" sz="1000">
                <a:solidFill>
                  <a:schemeClr val="dk1"/>
                </a:solidFill>
                <a:latin typeface="DM Sans Light"/>
                <a:ea typeface="DM Sans Light"/>
                <a:cs typeface="DM Sans Light"/>
                <a:sym typeface="DM Sans Light"/>
              </a:rPr>
              <a:t>Cisco Duo</a:t>
            </a:r>
            <a:endParaRPr sz="1000">
              <a:solidFill>
                <a:schemeClr val="dk1"/>
              </a:solidFill>
              <a:latin typeface="DM Sans Light"/>
              <a:ea typeface="DM Sans Light"/>
              <a:cs typeface="DM Sans Light"/>
              <a:sym typeface="DM Sans Light"/>
            </a:endParaRPr>
          </a:p>
          <a:p>
            <a:pPr marL="182880" lvl="0" indent="-154940" algn="l" rtl="0">
              <a:lnSpc>
                <a:spcPct val="150000"/>
              </a:lnSpc>
              <a:spcBef>
                <a:spcPts val="0"/>
              </a:spcBef>
              <a:spcAft>
                <a:spcPts val="0"/>
              </a:spcAft>
              <a:buClr>
                <a:schemeClr val="dk1"/>
              </a:buClr>
              <a:buSzPts val="1000"/>
              <a:buFont typeface="DM Sans Light"/>
              <a:buChar char="→"/>
            </a:pPr>
            <a:r>
              <a:rPr lang="en" sz="1000">
                <a:solidFill>
                  <a:schemeClr val="dk1"/>
                </a:solidFill>
                <a:latin typeface="DM Sans Light"/>
                <a:ea typeface="DM Sans Light"/>
                <a:cs typeface="DM Sans Light"/>
                <a:sym typeface="DM Sans Light"/>
              </a:rPr>
              <a:t>Microsoft Authenticator</a:t>
            </a:r>
            <a:endParaRPr sz="1000">
              <a:solidFill>
                <a:schemeClr val="dk1"/>
              </a:solidFill>
              <a:latin typeface="DM Sans Light"/>
              <a:ea typeface="DM Sans Light"/>
              <a:cs typeface="DM Sans Light"/>
              <a:sym typeface="DM Sans Light"/>
            </a:endParaRPr>
          </a:p>
          <a:p>
            <a:pPr marL="182880" lvl="0" indent="-154940" algn="l" rtl="0">
              <a:lnSpc>
                <a:spcPct val="150000"/>
              </a:lnSpc>
              <a:spcBef>
                <a:spcPts val="0"/>
              </a:spcBef>
              <a:spcAft>
                <a:spcPts val="0"/>
              </a:spcAft>
              <a:buClr>
                <a:schemeClr val="dk1"/>
              </a:buClr>
              <a:buSzPts val="1000"/>
              <a:buFont typeface="DM Sans Light"/>
              <a:buChar char="→"/>
            </a:pPr>
            <a:r>
              <a:rPr lang="en" sz="1000">
                <a:solidFill>
                  <a:schemeClr val="dk1"/>
                </a:solidFill>
                <a:latin typeface="DM Sans Light"/>
                <a:ea typeface="DM Sans Light"/>
                <a:cs typeface="DM Sans Light"/>
                <a:sym typeface="DM Sans Light"/>
              </a:rPr>
              <a:t>OKTA Adaptive MFA</a:t>
            </a:r>
            <a:endParaRPr sz="1000">
              <a:solidFill>
                <a:schemeClr val="dk1"/>
              </a:solidFill>
              <a:latin typeface="DM Sans Light"/>
              <a:ea typeface="DM Sans Light"/>
              <a:cs typeface="DM Sans Light"/>
              <a:sym typeface="DM Sans Light"/>
            </a:endParaRPr>
          </a:p>
        </p:txBody>
      </p:sp>
      <p:sp>
        <p:nvSpPr>
          <p:cNvPr id="747" name="Google Shape;747;p77"/>
          <p:cNvSpPr txBox="1"/>
          <p:nvPr/>
        </p:nvSpPr>
        <p:spPr>
          <a:xfrm>
            <a:off x="2571730" y="3970048"/>
            <a:ext cx="1723200" cy="800400"/>
          </a:xfrm>
          <a:prstGeom prst="rect">
            <a:avLst/>
          </a:prstGeom>
          <a:noFill/>
          <a:ln>
            <a:noFill/>
          </a:ln>
        </p:spPr>
        <p:txBody>
          <a:bodyPr spcFirstLastPara="1" wrap="square" lIns="91425" tIns="91425" rIns="91425" bIns="91425" anchor="t" anchorCtr="0">
            <a:spAutoFit/>
          </a:bodyPr>
          <a:lstStyle/>
          <a:p>
            <a:pPr marL="182880" lvl="0" indent="-154940" algn="l" rtl="0">
              <a:lnSpc>
                <a:spcPct val="150000"/>
              </a:lnSpc>
              <a:spcBef>
                <a:spcPts val="0"/>
              </a:spcBef>
              <a:spcAft>
                <a:spcPts val="0"/>
              </a:spcAft>
              <a:buClr>
                <a:schemeClr val="lt1"/>
              </a:buClr>
              <a:buSzPts val="1000"/>
              <a:buFont typeface="DM Sans Light"/>
              <a:buChar char="→"/>
            </a:pPr>
            <a:r>
              <a:rPr lang="en" sz="1000">
                <a:solidFill>
                  <a:schemeClr val="lt1"/>
                </a:solidFill>
                <a:latin typeface="DM Sans Light"/>
                <a:ea typeface="DM Sans Light"/>
                <a:cs typeface="DM Sans Light"/>
                <a:sym typeface="DM Sans Light"/>
              </a:rPr>
              <a:t>CrowdStrike</a:t>
            </a:r>
            <a:endParaRPr sz="1000">
              <a:solidFill>
                <a:schemeClr val="lt1"/>
              </a:solidFill>
              <a:latin typeface="DM Sans Light"/>
              <a:ea typeface="DM Sans Light"/>
              <a:cs typeface="DM Sans Light"/>
              <a:sym typeface="DM Sans Light"/>
            </a:endParaRPr>
          </a:p>
          <a:p>
            <a:pPr marL="182880" lvl="0" indent="-154940" algn="l" rtl="0">
              <a:lnSpc>
                <a:spcPct val="150000"/>
              </a:lnSpc>
              <a:spcBef>
                <a:spcPts val="0"/>
              </a:spcBef>
              <a:spcAft>
                <a:spcPts val="0"/>
              </a:spcAft>
              <a:buClr>
                <a:schemeClr val="lt1"/>
              </a:buClr>
              <a:buSzPts val="1000"/>
              <a:buFont typeface="DM Sans Light"/>
              <a:buChar char="→"/>
            </a:pPr>
            <a:r>
              <a:rPr lang="en" sz="1000">
                <a:solidFill>
                  <a:schemeClr val="lt1"/>
                </a:solidFill>
                <a:latin typeface="DM Sans Light"/>
                <a:ea typeface="DM Sans Light"/>
                <a:cs typeface="DM Sans Light"/>
                <a:sym typeface="DM Sans Light"/>
              </a:rPr>
              <a:t>SentinelOne</a:t>
            </a:r>
            <a:endParaRPr sz="1000">
              <a:solidFill>
                <a:schemeClr val="lt1"/>
              </a:solidFill>
              <a:latin typeface="DM Sans Light"/>
              <a:ea typeface="DM Sans Light"/>
              <a:cs typeface="DM Sans Light"/>
              <a:sym typeface="DM Sans Light"/>
            </a:endParaRPr>
          </a:p>
          <a:p>
            <a:pPr marL="182880" lvl="0" indent="-154940" algn="l" rtl="0">
              <a:lnSpc>
                <a:spcPct val="150000"/>
              </a:lnSpc>
              <a:spcBef>
                <a:spcPts val="0"/>
              </a:spcBef>
              <a:spcAft>
                <a:spcPts val="0"/>
              </a:spcAft>
              <a:buClr>
                <a:schemeClr val="lt1"/>
              </a:buClr>
              <a:buSzPts val="1000"/>
              <a:buFont typeface="DM Sans Light"/>
              <a:buChar char="→"/>
            </a:pPr>
            <a:r>
              <a:rPr lang="en" sz="1000">
                <a:solidFill>
                  <a:schemeClr val="lt1"/>
                </a:solidFill>
                <a:latin typeface="DM Sans Light"/>
                <a:ea typeface="DM Sans Light"/>
                <a:cs typeface="DM Sans Light"/>
                <a:sym typeface="DM Sans Light"/>
              </a:rPr>
              <a:t>Sophos</a:t>
            </a:r>
            <a:endParaRPr sz="1000">
              <a:solidFill>
                <a:schemeClr val="lt1"/>
              </a:solidFill>
              <a:latin typeface="DM Sans Light"/>
              <a:ea typeface="DM Sans Light"/>
              <a:cs typeface="DM Sans Light"/>
              <a:sym typeface="DM Sans Light"/>
            </a:endParaRPr>
          </a:p>
        </p:txBody>
      </p:sp>
      <p:sp>
        <p:nvSpPr>
          <p:cNvPr id="748" name="Google Shape;748;p77"/>
          <p:cNvSpPr txBox="1"/>
          <p:nvPr/>
        </p:nvSpPr>
        <p:spPr>
          <a:xfrm>
            <a:off x="361975" y="988555"/>
            <a:ext cx="3860100" cy="4002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600">
                <a:solidFill>
                  <a:srgbClr val="F9F9F9"/>
                </a:solidFill>
                <a:latin typeface="Newsreader"/>
                <a:ea typeface="Newsreader"/>
                <a:cs typeface="Newsreader"/>
                <a:sym typeface="Newsreader"/>
              </a:rPr>
              <a:t>Recommendations</a:t>
            </a:r>
            <a:endParaRPr sz="2600">
              <a:solidFill>
                <a:srgbClr val="F9F9F9"/>
              </a:solidFill>
              <a:latin typeface="Newsreader"/>
              <a:ea typeface="Newsreader"/>
              <a:cs typeface="Newsreader"/>
              <a:sym typeface="Newsreader"/>
            </a:endParaRPr>
          </a:p>
        </p:txBody>
      </p:sp>
      <p:sp>
        <p:nvSpPr>
          <p:cNvPr id="749" name="Google Shape;749;p77"/>
          <p:cNvSpPr txBox="1"/>
          <p:nvPr/>
        </p:nvSpPr>
        <p:spPr>
          <a:xfrm>
            <a:off x="361975" y="732775"/>
            <a:ext cx="3860100" cy="153900"/>
          </a:xfrm>
          <a:prstGeom prst="rect">
            <a:avLst/>
          </a:prstGeom>
          <a:noFill/>
          <a:ln>
            <a:noFill/>
          </a:ln>
        </p:spPr>
        <p:txBody>
          <a:bodyPr spcFirstLastPara="1" wrap="square" lIns="0" tIns="0" rIns="0" bIns="0" anchor="b" anchorCtr="0">
            <a:spAutoFit/>
          </a:bodyPr>
          <a:lstStyle/>
          <a:p>
            <a:pPr marL="0" lvl="0" indent="0" algn="l" rtl="0">
              <a:spcBef>
                <a:spcPts val="0"/>
              </a:spcBef>
              <a:spcAft>
                <a:spcPts val="0"/>
              </a:spcAft>
              <a:buNone/>
            </a:pPr>
            <a:r>
              <a:rPr lang="en" sz="1000">
                <a:solidFill>
                  <a:srgbClr val="F9F9F9"/>
                </a:solidFill>
                <a:latin typeface="DM Sans Light"/>
                <a:ea typeface="DM Sans Light"/>
                <a:cs typeface="DM Sans Light"/>
                <a:sym typeface="DM Sans Light"/>
              </a:rPr>
              <a:t>All Ports Tours</a:t>
            </a:r>
            <a:endParaRPr sz="1000">
              <a:solidFill>
                <a:srgbClr val="F9F9F9"/>
              </a:solidFill>
              <a:latin typeface="DM Sans Light"/>
              <a:ea typeface="DM Sans Light"/>
              <a:cs typeface="DM Sans Light"/>
              <a:sym typeface="DM Sans Light"/>
            </a:endParaRPr>
          </a:p>
        </p:txBody>
      </p:sp>
      <p:pic>
        <p:nvPicPr>
          <p:cNvPr id="750" name="Google Shape;750;p77"/>
          <p:cNvPicPr preferRelativeResize="0"/>
          <p:nvPr/>
        </p:nvPicPr>
        <p:blipFill>
          <a:blip r:embed="rId3">
            <a:alphaModFix/>
          </a:blip>
          <a:stretch>
            <a:fillRect/>
          </a:stretch>
        </p:blipFill>
        <p:spPr>
          <a:xfrm>
            <a:off x="8035963" y="582375"/>
            <a:ext cx="999373" cy="999373"/>
          </a:xfrm>
          <a:prstGeom prst="rect">
            <a:avLst/>
          </a:prstGeom>
          <a:noFill/>
          <a:ln>
            <a:noFill/>
          </a:ln>
          <a:effectLst>
            <a:outerShdw blurRad="28575" dist="9525" dir="5400000" algn="bl" rotWithShape="0">
              <a:schemeClr val="accent6">
                <a:alpha val="40000"/>
              </a:schemeClr>
            </a:outerShdw>
          </a:effectLst>
        </p:spPr>
      </p:pic>
      <p:sp>
        <p:nvSpPr>
          <p:cNvPr id="751" name="Google Shape;751;p77"/>
          <p:cNvSpPr txBox="1"/>
          <p:nvPr/>
        </p:nvSpPr>
        <p:spPr>
          <a:xfrm>
            <a:off x="2610475" y="3126603"/>
            <a:ext cx="1645800" cy="693000"/>
          </a:xfrm>
          <a:prstGeom prst="rect">
            <a:avLst/>
          </a:prstGeom>
          <a:noFill/>
          <a:ln>
            <a:noFill/>
          </a:ln>
        </p:spPr>
        <p:txBody>
          <a:bodyPr spcFirstLastPara="1" wrap="square" lIns="0" tIns="0" rIns="0" bIns="0" anchor="t" anchorCtr="0">
            <a:noAutofit/>
          </a:bodyPr>
          <a:lstStyle/>
          <a:p>
            <a:pPr marL="0" lvl="0" indent="0" algn="l" rtl="0">
              <a:spcBef>
                <a:spcPts val="0"/>
              </a:spcBef>
              <a:spcAft>
                <a:spcPts val="400"/>
              </a:spcAft>
              <a:buNone/>
            </a:pPr>
            <a:r>
              <a:rPr lang="en" sz="1100">
                <a:solidFill>
                  <a:srgbClr val="183C40"/>
                </a:solidFill>
                <a:latin typeface="DM Sans Light"/>
                <a:ea typeface="DM Sans Light"/>
                <a:cs typeface="DM Sans Light"/>
                <a:sym typeface="DM Sans Light"/>
              </a:rPr>
              <a:t>Protect company infrastructure by actively blocking and  responding to incoming threats.</a:t>
            </a:r>
            <a:endParaRPr sz="1100">
              <a:solidFill>
                <a:srgbClr val="183C40"/>
              </a:solidFill>
              <a:latin typeface="DM Sans Light"/>
              <a:ea typeface="DM Sans Light"/>
              <a:cs typeface="DM Sans Light"/>
              <a:sym typeface="DM Sans Light"/>
            </a:endParaRPr>
          </a:p>
        </p:txBody>
      </p:sp>
      <p:sp>
        <p:nvSpPr>
          <p:cNvPr id="752" name="Google Shape;752;p77"/>
          <p:cNvSpPr txBox="1"/>
          <p:nvPr/>
        </p:nvSpPr>
        <p:spPr>
          <a:xfrm>
            <a:off x="2607552" y="2513375"/>
            <a:ext cx="1969200" cy="43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500">
                <a:solidFill>
                  <a:srgbClr val="183C40"/>
                </a:solidFill>
                <a:latin typeface="Newsreader"/>
                <a:ea typeface="Newsreader"/>
                <a:cs typeface="Newsreader"/>
                <a:sym typeface="Newsreader"/>
              </a:rPr>
              <a:t>Endpoint detection</a:t>
            </a:r>
            <a:endParaRPr sz="1500">
              <a:solidFill>
                <a:srgbClr val="183C40"/>
              </a:solidFill>
              <a:latin typeface="Newsreader"/>
              <a:ea typeface="Newsreader"/>
              <a:cs typeface="Newsreader"/>
              <a:sym typeface="Newsreader"/>
            </a:endParaRPr>
          </a:p>
          <a:p>
            <a:pPr marL="0" lvl="0" indent="0" algn="l" rtl="0">
              <a:spcBef>
                <a:spcPts val="0"/>
              </a:spcBef>
              <a:spcAft>
                <a:spcPts val="0"/>
              </a:spcAft>
              <a:buNone/>
            </a:pPr>
            <a:r>
              <a:rPr lang="en" sz="1500">
                <a:solidFill>
                  <a:srgbClr val="183C40"/>
                </a:solidFill>
                <a:latin typeface="Newsreader"/>
                <a:ea typeface="Newsreader"/>
                <a:cs typeface="Newsreader"/>
                <a:sym typeface="Newsreader"/>
              </a:rPr>
              <a:t>&amp; response</a:t>
            </a:r>
            <a:endParaRPr sz="1500">
              <a:solidFill>
                <a:srgbClr val="183C40"/>
              </a:solidFill>
              <a:latin typeface="Newsreader"/>
              <a:ea typeface="Newsreader"/>
              <a:cs typeface="Newsreader"/>
              <a:sym typeface="Newsreader"/>
            </a:endParaRPr>
          </a:p>
        </p:txBody>
      </p:sp>
      <p:sp>
        <p:nvSpPr>
          <p:cNvPr id="753" name="Google Shape;753;p77"/>
          <p:cNvSpPr txBox="1"/>
          <p:nvPr/>
        </p:nvSpPr>
        <p:spPr>
          <a:xfrm>
            <a:off x="4889825" y="3126603"/>
            <a:ext cx="1645800" cy="693000"/>
          </a:xfrm>
          <a:prstGeom prst="rect">
            <a:avLst/>
          </a:prstGeom>
          <a:noFill/>
          <a:ln>
            <a:noFill/>
          </a:ln>
        </p:spPr>
        <p:txBody>
          <a:bodyPr spcFirstLastPara="1" wrap="square" lIns="0" tIns="0" rIns="0" bIns="0" anchor="t" anchorCtr="0">
            <a:noAutofit/>
          </a:bodyPr>
          <a:lstStyle/>
          <a:p>
            <a:pPr marL="0" lvl="0" indent="0" algn="l" rtl="0">
              <a:spcBef>
                <a:spcPts val="0"/>
              </a:spcBef>
              <a:spcAft>
                <a:spcPts val="400"/>
              </a:spcAft>
              <a:buNone/>
            </a:pPr>
            <a:r>
              <a:rPr lang="en" sz="1100">
                <a:solidFill>
                  <a:srgbClr val="F9F9F9"/>
                </a:solidFill>
                <a:latin typeface="DM Sans Light"/>
                <a:ea typeface="DM Sans Light"/>
                <a:cs typeface="DM Sans Light"/>
                <a:sym typeface="DM Sans Light"/>
              </a:rPr>
              <a:t>Ensure that users have minimal privileges required for necessary business operations.</a:t>
            </a:r>
            <a:endParaRPr sz="1100">
              <a:solidFill>
                <a:srgbClr val="F9F9F9"/>
              </a:solidFill>
              <a:latin typeface="DM Sans Light"/>
              <a:ea typeface="DM Sans Light"/>
              <a:cs typeface="DM Sans Light"/>
              <a:sym typeface="DM Sans Light"/>
            </a:endParaRPr>
          </a:p>
        </p:txBody>
      </p:sp>
      <p:sp>
        <p:nvSpPr>
          <p:cNvPr id="754" name="Google Shape;754;p77"/>
          <p:cNvSpPr txBox="1"/>
          <p:nvPr/>
        </p:nvSpPr>
        <p:spPr>
          <a:xfrm>
            <a:off x="4889814" y="2513375"/>
            <a:ext cx="1969200" cy="43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500">
                <a:solidFill>
                  <a:srgbClr val="F9F9F9"/>
                </a:solidFill>
                <a:latin typeface="Newsreader"/>
                <a:ea typeface="Newsreader"/>
                <a:cs typeface="Newsreader"/>
                <a:sym typeface="Newsreader"/>
              </a:rPr>
              <a:t>Role-based</a:t>
            </a:r>
            <a:endParaRPr sz="1500">
              <a:solidFill>
                <a:srgbClr val="F9F9F9"/>
              </a:solidFill>
              <a:latin typeface="Newsreader"/>
              <a:ea typeface="Newsreader"/>
              <a:cs typeface="Newsreader"/>
              <a:sym typeface="Newsreader"/>
            </a:endParaRPr>
          </a:p>
          <a:p>
            <a:pPr marL="0" lvl="0" indent="0" algn="l" rtl="0">
              <a:spcBef>
                <a:spcPts val="0"/>
              </a:spcBef>
              <a:spcAft>
                <a:spcPts val="0"/>
              </a:spcAft>
              <a:buNone/>
            </a:pPr>
            <a:r>
              <a:rPr lang="en" sz="1500">
                <a:solidFill>
                  <a:srgbClr val="F9F9F9"/>
                </a:solidFill>
                <a:latin typeface="Newsreader"/>
                <a:ea typeface="Newsreader"/>
                <a:cs typeface="Newsreader"/>
                <a:sym typeface="Newsreader"/>
              </a:rPr>
              <a:t>access control</a:t>
            </a:r>
            <a:endParaRPr sz="1500">
              <a:solidFill>
                <a:srgbClr val="F9F9F9"/>
              </a:solidFill>
              <a:latin typeface="Newsreader"/>
              <a:ea typeface="Newsreader"/>
              <a:cs typeface="Newsreader"/>
              <a:sym typeface="Newsreader"/>
            </a:endParaRPr>
          </a:p>
        </p:txBody>
      </p:sp>
      <p:sp>
        <p:nvSpPr>
          <p:cNvPr id="755" name="Google Shape;755;p77"/>
          <p:cNvSpPr txBox="1"/>
          <p:nvPr/>
        </p:nvSpPr>
        <p:spPr>
          <a:xfrm>
            <a:off x="7130925" y="3126603"/>
            <a:ext cx="1645800" cy="693000"/>
          </a:xfrm>
          <a:prstGeom prst="rect">
            <a:avLst/>
          </a:prstGeom>
          <a:noFill/>
          <a:ln>
            <a:noFill/>
          </a:ln>
        </p:spPr>
        <p:txBody>
          <a:bodyPr spcFirstLastPara="1" wrap="square" lIns="0" tIns="0" rIns="0" bIns="0" anchor="t" anchorCtr="0">
            <a:noAutofit/>
          </a:bodyPr>
          <a:lstStyle/>
          <a:p>
            <a:pPr marL="0" lvl="0" indent="0" algn="l" rtl="0">
              <a:spcBef>
                <a:spcPts val="0"/>
              </a:spcBef>
              <a:spcAft>
                <a:spcPts val="400"/>
              </a:spcAft>
              <a:buNone/>
            </a:pPr>
            <a:r>
              <a:rPr lang="en" sz="1100">
                <a:solidFill>
                  <a:srgbClr val="183C40"/>
                </a:solidFill>
                <a:latin typeface="DM Sans Light"/>
                <a:ea typeface="DM Sans Light"/>
                <a:cs typeface="DM Sans Light"/>
                <a:sym typeface="DM Sans Light"/>
              </a:rPr>
              <a:t>Enforce secure password complexity requirements to reduce risk of unauthorized access.</a:t>
            </a:r>
            <a:endParaRPr sz="1100">
              <a:solidFill>
                <a:srgbClr val="183C40"/>
              </a:solidFill>
              <a:latin typeface="DM Sans Light"/>
              <a:ea typeface="DM Sans Light"/>
              <a:cs typeface="DM Sans Light"/>
              <a:sym typeface="DM Sans Light"/>
            </a:endParaRPr>
          </a:p>
        </p:txBody>
      </p:sp>
      <p:sp>
        <p:nvSpPr>
          <p:cNvPr id="756" name="Google Shape;756;p77"/>
          <p:cNvSpPr txBox="1"/>
          <p:nvPr/>
        </p:nvSpPr>
        <p:spPr>
          <a:xfrm>
            <a:off x="7130914" y="2513375"/>
            <a:ext cx="2013000" cy="43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500">
                <a:solidFill>
                  <a:srgbClr val="183C40"/>
                </a:solidFill>
                <a:latin typeface="Newsreader"/>
                <a:ea typeface="Newsreader"/>
                <a:cs typeface="Newsreader"/>
                <a:sym typeface="Newsreader"/>
              </a:rPr>
              <a:t>Strong password</a:t>
            </a:r>
            <a:endParaRPr sz="1500">
              <a:solidFill>
                <a:srgbClr val="183C40"/>
              </a:solidFill>
              <a:latin typeface="Newsreader"/>
              <a:ea typeface="Newsreader"/>
              <a:cs typeface="Newsreader"/>
              <a:sym typeface="Newsreader"/>
            </a:endParaRPr>
          </a:p>
          <a:p>
            <a:pPr marL="0" lvl="0" indent="0" algn="l" rtl="0">
              <a:spcBef>
                <a:spcPts val="0"/>
              </a:spcBef>
              <a:spcAft>
                <a:spcPts val="0"/>
              </a:spcAft>
              <a:buNone/>
            </a:pPr>
            <a:r>
              <a:rPr lang="en" sz="1500">
                <a:solidFill>
                  <a:srgbClr val="183C40"/>
                </a:solidFill>
                <a:latin typeface="Newsreader"/>
                <a:ea typeface="Newsreader"/>
                <a:cs typeface="Newsreader"/>
                <a:sym typeface="Newsreader"/>
              </a:rPr>
              <a:t>policy</a:t>
            </a:r>
            <a:endParaRPr sz="1500">
              <a:solidFill>
                <a:srgbClr val="183C40"/>
              </a:solidFill>
              <a:latin typeface="Newsreader"/>
              <a:ea typeface="Newsreader"/>
              <a:cs typeface="Newsreader"/>
              <a:sym typeface="Newsreader"/>
            </a:endParaRPr>
          </a:p>
        </p:txBody>
      </p:sp>
      <p:sp>
        <p:nvSpPr>
          <p:cNvPr id="757" name="Google Shape;757;p77"/>
          <p:cNvSpPr txBox="1"/>
          <p:nvPr/>
        </p:nvSpPr>
        <p:spPr>
          <a:xfrm>
            <a:off x="360575" y="3126601"/>
            <a:ext cx="1645800" cy="693000"/>
          </a:xfrm>
          <a:prstGeom prst="rect">
            <a:avLst/>
          </a:prstGeom>
          <a:noFill/>
          <a:ln>
            <a:noFill/>
          </a:ln>
        </p:spPr>
        <p:txBody>
          <a:bodyPr spcFirstLastPara="1" wrap="square" lIns="0" tIns="0" rIns="0" bIns="0" anchor="t" anchorCtr="0">
            <a:noAutofit/>
          </a:bodyPr>
          <a:lstStyle/>
          <a:p>
            <a:pPr marL="0" lvl="0" indent="0" algn="l" rtl="0">
              <a:spcBef>
                <a:spcPts val="0"/>
              </a:spcBef>
              <a:spcAft>
                <a:spcPts val="400"/>
              </a:spcAft>
              <a:buNone/>
            </a:pPr>
            <a:r>
              <a:rPr lang="en" sz="1100">
                <a:solidFill>
                  <a:srgbClr val="F9F9F9"/>
                </a:solidFill>
                <a:latin typeface="DM Sans Light"/>
                <a:ea typeface="DM Sans Light"/>
                <a:cs typeface="DM Sans Light"/>
                <a:sym typeface="DM Sans Light"/>
              </a:rPr>
              <a:t>Require an additional layer of verification to mitigate impact of stolen credentials.</a:t>
            </a:r>
            <a:endParaRPr sz="1100">
              <a:solidFill>
                <a:srgbClr val="F9F9F9"/>
              </a:solidFill>
              <a:latin typeface="DM Sans Light"/>
              <a:ea typeface="DM Sans Light"/>
              <a:cs typeface="DM Sans Light"/>
              <a:sym typeface="DM Sans Light"/>
            </a:endParaRPr>
          </a:p>
        </p:txBody>
      </p:sp>
      <p:sp>
        <p:nvSpPr>
          <p:cNvPr id="758" name="Google Shape;758;p77"/>
          <p:cNvSpPr txBox="1"/>
          <p:nvPr/>
        </p:nvSpPr>
        <p:spPr>
          <a:xfrm>
            <a:off x="360563" y="2513375"/>
            <a:ext cx="1933800" cy="438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500">
                <a:solidFill>
                  <a:srgbClr val="F9F9F9"/>
                </a:solidFill>
                <a:latin typeface="Newsreader"/>
                <a:ea typeface="Newsreader"/>
                <a:cs typeface="Newsreader"/>
                <a:sym typeface="Newsreader"/>
              </a:rPr>
              <a:t>Multi-factor authentication</a:t>
            </a:r>
            <a:endParaRPr sz="1500">
              <a:solidFill>
                <a:srgbClr val="F9F9F9"/>
              </a:solidFill>
              <a:latin typeface="Newsreader"/>
              <a:ea typeface="Newsreader"/>
              <a:cs typeface="Newsreader"/>
              <a:sym typeface="Newsreader"/>
            </a:endParaRPr>
          </a:p>
        </p:txBody>
      </p:sp>
      <p:sp>
        <p:nvSpPr>
          <p:cNvPr id="759" name="Google Shape;759;p77"/>
          <p:cNvSpPr txBox="1"/>
          <p:nvPr/>
        </p:nvSpPr>
        <p:spPr>
          <a:xfrm>
            <a:off x="361975" y="217725"/>
            <a:ext cx="4163100" cy="237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00">
                <a:solidFill>
                  <a:srgbClr val="F9F9F9"/>
                </a:solidFill>
                <a:latin typeface="DM Sans"/>
                <a:ea typeface="DM Sans"/>
                <a:cs typeface="DM Sans"/>
                <a:sym typeface="DM Sans"/>
              </a:rPr>
              <a:t>Finals-XX</a:t>
            </a:r>
            <a:endParaRPr sz="700">
              <a:solidFill>
                <a:srgbClr val="F9F9F9"/>
              </a:solidFill>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pic>
        <p:nvPicPr>
          <p:cNvPr id="764" name="Google Shape;764;p78"/>
          <p:cNvPicPr preferRelativeResize="0"/>
          <p:nvPr/>
        </p:nvPicPr>
        <p:blipFill>
          <a:blip r:embed="rId3">
            <a:alphaModFix/>
          </a:blip>
          <a:stretch>
            <a:fillRect/>
          </a:stretch>
        </p:blipFill>
        <p:spPr>
          <a:xfrm>
            <a:off x="481975" y="3627525"/>
            <a:ext cx="274320" cy="274320"/>
          </a:xfrm>
          <a:prstGeom prst="rect">
            <a:avLst/>
          </a:prstGeom>
          <a:noFill/>
          <a:ln>
            <a:noFill/>
          </a:ln>
        </p:spPr>
      </p:pic>
      <p:pic>
        <p:nvPicPr>
          <p:cNvPr id="765" name="Google Shape;765;p78"/>
          <p:cNvPicPr preferRelativeResize="0"/>
          <p:nvPr/>
        </p:nvPicPr>
        <p:blipFill rotWithShape="1">
          <a:blip r:embed="rId4">
            <a:alphaModFix/>
          </a:blip>
          <a:srcRect/>
          <a:stretch/>
        </p:blipFill>
        <p:spPr>
          <a:xfrm>
            <a:off x="6089904" y="0"/>
            <a:ext cx="3044952" cy="5143501"/>
          </a:xfrm>
          <a:prstGeom prst="rect">
            <a:avLst/>
          </a:prstGeom>
          <a:noFill/>
          <a:ln>
            <a:noFill/>
          </a:ln>
        </p:spPr>
      </p:pic>
      <p:pic>
        <p:nvPicPr>
          <p:cNvPr id="766" name="Google Shape;766;p78"/>
          <p:cNvPicPr preferRelativeResize="0"/>
          <p:nvPr/>
        </p:nvPicPr>
        <p:blipFill>
          <a:blip r:embed="rId5">
            <a:alphaModFix/>
          </a:blip>
          <a:stretch>
            <a:fillRect/>
          </a:stretch>
        </p:blipFill>
        <p:spPr>
          <a:xfrm>
            <a:off x="6614138" y="487129"/>
            <a:ext cx="1996452" cy="1996452"/>
          </a:xfrm>
          <a:prstGeom prst="rect">
            <a:avLst/>
          </a:prstGeom>
          <a:noFill/>
          <a:ln>
            <a:noFill/>
          </a:ln>
          <a:effectLst>
            <a:outerShdw blurRad="28575" dist="9525" dir="5400000" algn="bl" rotWithShape="0">
              <a:schemeClr val="accent6">
                <a:alpha val="40000"/>
              </a:schemeClr>
            </a:outerShdw>
          </a:effectLst>
        </p:spPr>
      </p:pic>
      <p:sp>
        <p:nvSpPr>
          <p:cNvPr id="767" name="Google Shape;767;p78"/>
          <p:cNvSpPr txBox="1"/>
          <p:nvPr/>
        </p:nvSpPr>
        <p:spPr>
          <a:xfrm>
            <a:off x="451472" y="2024100"/>
            <a:ext cx="4163100" cy="13725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 sz="4200">
                <a:solidFill>
                  <a:srgbClr val="F9F9F9"/>
                </a:solidFill>
                <a:latin typeface="Newsreader"/>
                <a:ea typeface="Newsreader"/>
                <a:cs typeface="Newsreader"/>
                <a:sym typeface="Newsreader"/>
              </a:rPr>
              <a:t>Q&amp;A</a:t>
            </a:r>
            <a:endParaRPr sz="4200">
              <a:solidFill>
                <a:srgbClr val="F9F9F9"/>
              </a:solidFill>
              <a:latin typeface="Newsreader"/>
              <a:ea typeface="Newsreader"/>
              <a:cs typeface="Newsreader"/>
              <a:sym typeface="Newsreader"/>
            </a:endParaRPr>
          </a:p>
        </p:txBody>
      </p:sp>
      <p:sp>
        <p:nvSpPr>
          <p:cNvPr id="768" name="Google Shape;768;p78"/>
          <p:cNvSpPr txBox="1"/>
          <p:nvPr/>
        </p:nvSpPr>
        <p:spPr>
          <a:xfrm>
            <a:off x="757100" y="3925110"/>
            <a:ext cx="30000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a:solidFill>
                  <a:schemeClr val="dk1"/>
                </a:solidFill>
                <a:latin typeface="DM Sans Light"/>
                <a:ea typeface="DM Sans Light"/>
                <a:cs typeface="DM Sans Light"/>
                <a:sym typeface="DM Sans Light"/>
              </a:rPr>
              <a:t>cptc11-finals-xx@cptc.team</a:t>
            </a:r>
            <a:endParaRPr/>
          </a:p>
        </p:txBody>
      </p:sp>
      <p:sp>
        <p:nvSpPr>
          <p:cNvPr id="769" name="Google Shape;769;p78"/>
          <p:cNvSpPr txBox="1"/>
          <p:nvPr/>
        </p:nvSpPr>
        <p:spPr>
          <a:xfrm>
            <a:off x="757100" y="3580025"/>
            <a:ext cx="30000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a:solidFill>
                  <a:schemeClr val="dk1"/>
                </a:solidFill>
                <a:latin typeface="DM Sans Light"/>
                <a:ea typeface="DM Sans Light"/>
                <a:cs typeface="DM Sans Light"/>
                <a:sym typeface="DM Sans Light"/>
              </a:rPr>
              <a:t>Finals-XX</a:t>
            </a:r>
            <a:endParaRPr/>
          </a:p>
        </p:txBody>
      </p:sp>
      <p:pic>
        <p:nvPicPr>
          <p:cNvPr id="770" name="Google Shape;770;p78"/>
          <p:cNvPicPr preferRelativeResize="0"/>
          <p:nvPr/>
        </p:nvPicPr>
        <p:blipFill>
          <a:blip r:embed="rId6">
            <a:alphaModFix/>
          </a:blip>
          <a:stretch>
            <a:fillRect/>
          </a:stretch>
        </p:blipFill>
        <p:spPr>
          <a:xfrm>
            <a:off x="481975" y="3972197"/>
            <a:ext cx="274320" cy="275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775" name="Google Shape;775;p79"/>
          <p:cNvSpPr txBox="1">
            <a:spLocks noGrp="1"/>
          </p:cNvSpPr>
          <p:nvPr>
            <p:ph type="sldNum" idx="12"/>
          </p:nvPr>
        </p:nvSpPr>
        <p:spPr>
          <a:xfrm>
            <a:off x="8227975" y="217725"/>
            <a:ext cx="548700" cy="234000"/>
          </a:xfrm>
          <a:prstGeom prst="rect">
            <a:avLst/>
          </a:prstGeom>
        </p:spPr>
        <p:txBody>
          <a:bodyPr spcFirstLastPara="1" wrap="square" lIns="0" tIns="91425" rIns="0"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776" name="Google Shape;776;p79"/>
          <p:cNvSpPr txBox="1">
            <a:spLocks noGrp="1"/>
          </p:cNvSpPr>
          <p:nvPr>
            <p:ph type="subTitle" idx="2"/>
          </p:nvPr>
        </p:nvSpPr>
        <p:spPr>
          <a:xfrm>
            <a:off x="361975" y="217725"/>
            <a:ext cx="4163100" cy="237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Finals-XX</a:t>
            </a:r>
            <a:endParaRPr/>
          </a:p>
        </p:txBody>
      </p:sp>
      <p:pic>
        <p:nvPicPr>
          <p:cNvPr id="777" name="Google Shape;777;p79"/>
          <p:cNvPicPr preferRelativeResize="0"/>
          <p:nvPr/>
        </p:nvPicPr>
        <p:blipFill>
          <a:blip r:embed="rId3">
            <a:alphaModFix/>
          </a:blip>
          <a:stretch>
            <a:fillRect/>
          </a:stretch>
        </p:blipFill>
        <p:spPr>
          <a:xfrm>
            <a:off x="8035963" y="582375"/>
            <a:ext cx="999373" cy="999373"/>
          </a:xfrm>
          <a:prstGeom prst="rect">
            <a:avLst/>
          </a:prstGeom>
          <a:noFill/>
          <a:ln>
            <a:noFill/>
          </a:ln>
          <a:effectLst>
            <a:outerShdw blurRad="28575" dist="9525" dir="5400000" algn="bl" rotWithShape="0">
              <a:schemeClr val="accent6">
                <a:alpha val="40000"/>
              </a:schemeClr>
            </a:outerShdw>
          </a:effectLst>
        </p:spPr>
      </p:pic>
      <p:graphicFrame>
        <p:nvGraphicFramePr>
          <p:cNvPr id="778" name="Google Shape;778;p79"/>
          <p:cNvGraphicFramePr/>
          <p:nvPr/>
        </p:nvGraphicFramePr>
        <p:xfrm>
          <a:off x="1006563" y="2045863"/>
          <a:ext cx="7130850" cy="2583875"/>
        </p:xfrm>
        <a:graphic>
          <a:graphicData uri="http://schemas.openxmlformats.org/drawingml/2006/table">
            <a:tbl>
              <a:tblPr>
                <a:noFill/>
                <a:tableStyleId>{064B0B95-75E8-4D91-9EAE-7102440A0171}</a:tableStyleId>
              </a:tblPr>
              <a:tblGrid>
                <a:gridCol w="1051000">
                  <a:extLst>
                    <a:ext uri="{9D8B030D-6E8A-4147-A177-3AD203B41FA5}">
                      <a16:colId xmlns:a16="http://schemas.microsoft.com/office/drawing/2014/main" val="20000"/>
                    </a:ext>
                  </a:extLst>
                </a:gridCol>
                <a:gridCol w="847575">
                  <a:extLst>
                    <a:ext uri="{9D8B030D-6E8A-4147-A177-3AD203B41FA5}">
                      <a16:colId xmlns:a16="http://schemas.microsoft.com/office/drawing/2014/main" val="20001"/>
                    </a:ext>
                  </a:extLst>
                </a:gridCol>
                <a:gridCol w="1288275">
                  <a:extLst>
                    <a:ext uri="{9D8B030D-6E8A-4147-A177-3AD203B41FA5}">
                      <a16:colId xmlns:a16="http://schemas.microsoft.com/office/drawing/2014/main" val="20002"/>
                    </a:ext>
                  </a:extLst>
                </a:gridCol>
                <a:gridCol w="937975">
                  <a:extLst>
                    <a:ext uri="{9D8B030D-6E8A-4147-A177-3AD203B41FA5}">
                      <a16:colId xmlns:a16="http://schemas.microsoft.com/office/drawing/2014/main" val="20003"/>
                    </a:ext>
                  </a:extLst>
                </a:gridCol>
                <a:gridCol w="904050">
                  <a:extLst>
                    <a:ext uri="{9D8B030D-6E8A-4147-A177-3AD203B41FA5}">
                      <a16:colId xmlns:a16="http://schemas.microsoft.com/office/drawing/2014/main" val="20004"/>
                    </a:ext>
                  </a:extLst>
                </a:gridCol>
                <a:gridCol w="1039675">
                  <a:extLst>
                    <a:ext uri="{9D8B030D-6E8A-4147-A177-3AD203B41FA5}">
                      <a16:colId xmlns:a16="http://schemas.microsoft.com/office/drawing/2014/main" val="20005"/>
                    </a:ext>
                  </a:extLst>
                </a:gridCol>
                <a:gridCol w="1062300">
                  <a:extLst>
                    <a:ext uri="{9D8B030D-6E8A-4147-A177-3AD203B41FA5}">
                      <a16:colId xmlns:a16="http://schemas.microsoft.com/office/drawing/2014/main" val="20006"/>
                    </a:ext>
                  </a:extLst>
                </a:gridCol>
              </a:tblGrid>
              <a:tr h="468925">
                <a:tc rowSpan="2" gridSpan="2">
                  <a:txBody>
                    <a:bodyPr/>
                    <a:lstStyle/>
                    <a:p>
                      <a:pPr marL="63500" marR="63500" lvl="0" indent="0" algn="ctr" rtl="0">
                        <a:lnSpc>
                          <a:spcPct val="115000"/>
                        </a:lnSpc>
                        <a:spcBef>
                          <a:spcPts val="0"/>
                        </a:spcBef>
                        <a:spcAft>
                          <a:spcPts val="0"/>
                        </a:spcAft>
                        <a:buNone/>
                      </a:pPr>
                      <a:r>
                        <a:rPr lang="en" sz="1100" b="1">
                          <a:solidFill>
                            <a:srgbClr val="FFFFFF"/>
                          </a:solidFill>
                        </a:rPr>
                        <a:t>Risk Matrix</a:t>
                      </a:r>
                      <a:r>
                        <a:rPr lang="en" sz="1100">
                          <a:solidFill>
                            <a:srgbClr val="FFFFFF"/>
                          </a:solidFill>
                        </a:rPr>
                        <a:t> </a:t>
                      </a:r>
                      <a:endParaRPr sz="1100">
                        <a:solidFill>
                          <a:srgbClr val="FFFFFF"/>
                        </a:solidFill>
                      </a:endParaRPr>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3C78D8"/>
                    </a:solidFill>
                  </a:tcPr>
                </a:tc>
                <a:tc rowSpan="2" hMerge="1">
                  <a:txBody>
                    <a:bodyPr/>
                    <a:lstStyle/>
                    <a:p>
                      <a:endParaRPr lang="en-US"/>
                    </a:p>
                  </a:txBody>
                  <a:tcPr/>
                </a:tc>
                <a:tc gridSpan="5">
                  <a:txBody>
                    <a:bodyPr/>
                    <a:lstStyle/>
                    <a:p>
                      <a:pPr marL="63500" marR="63500" lvl="0" indent="0" algn="ctr" rtl="0">
                        <a:lnSpc>
                          <a:spcPct val="115000"/>
                        </a:lnSpc>
                        <a:spcBef>
                          <a:spcPts val="0"/>
                        </a:spcBef>
                        <a:spcAft>
                          <a:spcPts val="0"/>
                        </a:spcAft>
                        <a:buNone/>
                      </a:pPr>
                      <a:r>
                        <a:rPr lang="en" sz="1100" b="1">
                          <a:solidFill>
                            <a:srgbClr val="FFFFFF"/>
                          </a:solidFill>
                        </a:rPr>
                        <a:t>Impact (CVSS Score)</a:t>
                      </a:r>
                      <a:r>
                        <a:rPr lang="en" sz="1100">
                          <a:solidFill>
                            <a:srgbClr val="FFFFFF"/>
                          </a:solidFill>
                        </a:rPr>
                        <a:t> </a:t>
                      </a:r>
                      <a:endParaRPr sz="1100">
                        <a:solidFill>
                          <a:srgbClr val="FFFFFF"/>
                        </a:solidFill>
                      </a:endParaRPr>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3C78D8"/>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68925">
                <a:tc gridSpan="2" vMerge="1">
                  <a:txBody>
                    <a:bodyPr/>
                    <a:lstStyle/>
                    <a:p>
                      <a:endParaRPr lang="en-US"/>
                    </a:p>
                  </a:txBody>
                  <a:tcPr/>
                </a:tc>
                <a:tc hMerge="1" vMerge="1">
                  <a:txBody>
                    <a:bodyPr/>
                    <a:lstStyle/>
                    <a:p>
                      <a:endParaRPr lang="en-US"/>
                    </a:p>
                  </a:txBody>
                  <a:tcPr/>
                </a:tc>
                <a:tc>
                  <a:txBody>
                    <a:bodyPr/>
                    <a:lstStyle/>
                    <a:p>
                      <a:pPr marL="63500" marR="63500" lvl="0" indent="0" algn="ctr" rtl="0">
                        <a:lnSpc>
                          <a:spcPct val="115000"/>
                        </a:lnSpc>
                        <a:spcBef>
                          <a:spcPts val="0"/>
                        </a:spcBef>
                        <a:spcAft>
                          <a:spcPts val="0"/>
                        </a:spcAft>
                        <a:buNone/>
                      </a:pPr>
                      <a:r>
                        <a:rPr lang="en" sz="1100" b="1"/>
                        <a:t>Informational</a:t>
                      </a:r>
                      <a:r>
                        <a:rPr lang="en" sz="1100"/>
                        <a:t> </a:t>
                      </a:r>
                      <a:endParaRPr sz="1100"/>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CCCCC"/>
                    </a:solidFill>
                  </a:tcPr>
                </a:tc>
                <a:tc>
                  <a:txBody>
                    <a:bodyPr/>
                    <a:lstStyle/>
                    <a:p>
                      <a:pPr marL="63500" marR="63500" lvl="0" indent="0" algn="ctr" rtl="0">
                        <a:lnSpc>
                          <a:spcPct val="115000"/>
                        </a:lnSpc>
                        <a:spcBef>
                          <a:spcPts val="0"/>
                        </a:spcBef>
                        <a:spcAft>
                          <a:spcPts val="0"/>
                        </a:spcAft>
                        <a:buNone/>
                      </a:pPr>
                      <a:r>
                        <a:rPr lang="en" sz="1100" b="1"/>
                        <a:t>Low</a:t>
                      </a:r>
                      <a:r>
                        <a:rPr lang="en" sz="1100"/>
                        <a:t> </a:t>
                      </a:r>
                      <a:endParaRPr sz="1100"/>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CCCCC"/>
                    </a:solidFill>
                  </a:tcPr>
                </a:tc>
                <a:tc>
                  <a:txBody>
                    <a:bodyPr/>
                    <a:lstStyle/>
                    <a:p>
                      <a:pPr marL="63500" marR="63500" lvl="0" indent="0" algn="ctr" rtl="0">
                        <a:lnSpc>
                          <a:spcPct val="115000"/>
                        </a:lnSpc>
                        <a:spcBef>
                          <a:spcPts val="0"/>
                        </a:spcBef>
                        <a:spcAft>
                          <a:spcPts val="0"/>
                        </a:spcAft>
                        <a:buNone/>
                      </a:pPr>
                      <a:r>
                        <a:rPr lang="en" sz="1100" b="1"/>
                        <a:t>Medium</a:t>
                      </a:r>
                      <a:r>
                        <a:rPr lang="en" sz="1100"/>
                        <a:t> </a:t>
                      </a:r>
                      <a:endParaRPr sz="1100"/>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CCCCC"/>
                    </a:solidFill>
                  </a:tcPr>
                </a:tc>
                <a:tc>
                  <a:txBody>
                    <a:bodyPr/>
                    <a:lstStyle/>
                    <a:p>
                      <a:pPr marL="63500" marR="63500" lvl="0" indent="0" algn="ctr" rtl="0">
                        <a:lnSpc>
                          <a:spcPct val="115000"/>
                        </a:lnSpc>
                        <a:spcBef>
                          <a:spcPts val="0"/>
                        </a:spcBef>
                        <a:spcAft>
                          <a:spcPts val="0"/>
                        </a:spcAft>
                        <a:buNone/>
                      </a:pPr>
                      <a:r>
                        <a:rPr lang="en" sz="1100" b="1"/>
                        <a:t>High</a:t>
                      </a:r>
                      <a:r>
                        <a:rPr lang="en" sz="1100"/>
                        <a:t> </a:t>
                      </a:r>
                      <a:endParaRPr sz="1100"/>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CCCCC"/>
                    </a:solidFill>
                  </a:tcPr>
                </a:tc>
                <a:tc>
                  <a:txBody>
                    <a:bodyPr/>
                    <a:lstStyle/>
                    <a:p>
                      <a:pPr marL="63500" marR="63500" lvl="0" indent="0" algn="ctr" rtl="0">
                        <a:lnSpc>
                          <a:spcPct val="115000"/>
                        </a:lnSpc>
                        <a:spcBef>
                          <a:spcPts val="0"/>
                        </a:spcBef>
                        <a:spcAft>
                          <a:spcPts val="0"/>
                        </a:spcAft>
                        <a:buNone/>
                      </a:pPr>
                      <a:r>
                        <a:rPr lang="en" sz="1100" b="1"/>
                        <a:t>Critical</a:t>
                      </a:r>
                      <a:r>
                        <a:rPr lang="en" sz="1100"/>
                        <a:t> </a:t>
                      </a:r>
                      <a:endParaRPr sz="1100"/>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CCCCC"/>
                    </a:solidFill>
                  </a:tcPr>
                </a:tc>
                <a:extLst>
                  <a:ext uri="{0D108BD9-81ED-4DB2-BD59-A6C34878D82A}">
                    <a16:rowId xmlns:a16="http://schemas.microsoft.com/office/drawing/2014/main" val="10001"/>
                  </a:ext>
                </a:extLst>
              </a:tr>
              <a:tr h="468925">
                <a:tc rowSpan="3">
                  <a:txBody>
                    <a:bodyPr/>
                    <a:lstStyle/>
                    <a:p>
                      <a:pPr marL="63500" marR="63500" lvl="0" indent="0" algn="ctr" rtl="0">
                        <a:lnSpc>
                          <a:spcPct val="115000"/>
                        </a:lnSpc>
                        <a:spcBef>
                          <a:spcPts val="0"/>
                        </a:spcBef>
                        <a:spcAft>
                          <a:spcPts val="0"/>
                        </a:spcAft>
                        <a:buNone/>
                      </a:pPr>
                      <a:r>
                        <a:rPr lang="en" sz="1100" b="1">
                          <a:solidFill>
                            <a:srgbClr val="FFFFFF"/>
                          </a:solidFill>
                        </a:rPr>
                        <a:t>Likelihood</a:t>
                      </a:r>
                      <a:r>
                        <a:rPr lang="en" sz="1100">
                          <a:solidFill>
                            <a:srgbClr val="FFFFFF"/>
                          </a:solidFill>
                        </a:rPr>
                        <a:t> </a:t>
                      </a:r>
                      <a:endParaRPr sz="1100">
                        <a:solidFill>
                          <a:srgbClr val="FFFFFF"/>
                        </a:solidFill>
                      </a:endParaRPr>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3C78D8"/>
                    </a:solidFill>
                  </a:tcPr>
                </a:tc>
                <a:tc>
                  <a:txBody>
                    <a:bodyPr/>
                    <a:lstStyle/>
                    <a:p>
                      <a:pPr marL="63500" marR="63500" lvl="0" indent="0" algn="ctr" rtl="0">
                        <a:lnSpc>
                          <a:spcPct val="115000"/>
                        </a:lnSpc>
                        <a:spcBef>
                          <a:spcPts val="0"/>
                        </a:spcBef>
                        <a:spcAft>
                          <a:spcPts val="0"/>
                        </a:spcAft>
                        <a:buNone/>
                      </a:pPr>
                      <a:r>
                        <a:rPr lang="en" sz="1100" b="1"/>
                        <a:t>Low</a:t>
                      </a:r>
                      <a:r>
                        <a:rPr lang="en" sz="1100"/>
                        <a:t> </a:t>
                      </a:r>
                      <a:endParaRPr sz="1100"/>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CCCCC"/>
                    </a:solidFill>
                  </a:tcPr>
                </a:tc>
                <a:tc>
                  <a:txBody>
                    <a:bodyPr/>
                    <a:lstStyle/>
                    <a:p>
                      <a:pPr marL="63500" marR="63500" lvl="0" indent="0" algn="ctr" rtl="0">
                        <a:lnSpc>
                          <a:spcPct val="115000"/>
                        </a:lnSpc>
                        <a:spcBef>
                          <a:spcPts val="0"/>
                        </a:spcBef>
                        <a:spcAft>
                          <a:spcPts val="0"/>
                        </a:spcAft>
                        <a:buNone/>
                      </a:pPr>
                      <a:r>
                        <a:rPr lang="en" sz="1100" b="1">
                          <a:solidFill>
                            <a:srgbClr val="FFFFFF"/>
                          </a:solidFill>
                        </a:rPr>
                        <a:t>Informational</a:t>
                      </a:r>
                      <a:r>
                        <a:rPr lang="en" sz="1100">
                          <a:solidFill>
                            <a:srgbClr val="FFFFFF"/>
                          </a:solidFill>
                        </a:rPr>
                        <a:t> </a:t>
                      </a:r>
                      <a:endParaRPr sz="1100">
                        <a:solidFill>
                          <a:srgbClr val="FFFFFF"/>
                        </a:solidFill>
                      </a:endParaRPr>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FA8DC"/>
                    </a:solidFill>
                  </a:tcPr>
                </a:tc>
                <a:tc>
                  <a:txBody>
                    <a:bodyPr/>
                    <a:lstStyle/>
                    <a:p>
                      <a:pPr marL="63500" marR="63500" lvl="0" indent="0" algn="ctr" rtl="0">
                        <a:lnSpc>
                          <a:spcPct val="115000"/>
                        </a:lnSpc>
                        <a:spcBef>
                          <a:spcPts val="0"/>
                        </a:spcBef>
                        <a:spcAft>
                          <a:spcPts val="0"/>
                        </a:spcAft>
                        <a:buNone/>
                      </a:pPr>
                      <a:r>
                        <a:rPr lang="en" sz="1100" b="1">
                          <a:solidFill>
                            <a:srgbClr val="FFFFFF"/>
                          </a:solidFill>
                        </a:rPr>
                        <a:t>Low</a:t>
                      </a:r>
                      <a:r>
                        <a:rPr lang="en" sz="1100">
                          <a:solidFill>
                            <a:srgbClr val="FFFFFF"/>
                          </a:solidFill>
                        </a:rPr>
                        <a:t> </a:t>
                      </a:r>
                      <a:endParaRPr sz="1100">
                        <a:solidFill>
                          <a:srgbClr val="FFFFFF"/>
                        </a:solidFill>
                      </a:endParaRPr>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93C47D"/>
                    </a:solidFill>
                  </a:tcPr>
                </a:tc>
                <a:tc>
                  <a:txBody>
                    <a:bodyPr/>
                    <a:lstStyle/>
                    <a:p>
                      <a:pPr marL="63500" marR="63500" lvl="0" indent="0" algn="ctr" rtl="0">
                        <a:lnSpc>
                          <a:spcPct val="115000"/>
                        </a:lnSpc>
                        <a:spcBef>
                          <a:spcPts val="0"/>
                        </a:spcBef>
                        <a:spcAft>
                          <a:spcPts val="0"/>
                        </a:spcAft>
                        <a:buNone/>
                      </a:pPr>
                      <a:r>
                        <a:rPr lang="en" sz="1100" b="1">
                          <a:solidFill>
                            <a:srgbClr val="FFFFFF"/>
                          </a:solidFill>
                        </a:rPr>
                        <a:t>Low</a:t>
                      </a:r>
                      <a:r>
                        <a:rPr lang="en" sz="1100">
                          <a:solidFill>
                            <a:srgbClr val="FFFFFF"/>
                          </a:solidFill>
                        </a:rPr>
                        <a:t> </a:t>
                      </a:r>
                      <a:endParaRPr sz="1100">
                        <a:solidFill>
                          <a:srgbClr val="FFFFFF"/>
                        </a:solidFill>
                      </a:endParaRPr>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93C47D"/>
                    </a:solidFill>
                  </a:tcPr>
                </a:tc>
                <a:tc>
                  <a:txBody>
                    <a:bodyPr/>
                    <a:lstStyle/>
                    <a:p>
                      <a:pPr marL="63500" marR="63500" lvl="0" indent="0" algn="ctr" rtl="0">
                        <a:lnSpc>
                          <a:spcPct val="115000"/>
                        </a:lnSpc>
                        <a:spcBef>
                          <a:spcPts val="0"/>
                        </a:spcBef>
                        <a:spcAft>
                          <a:spcPts val="0"/>
                        </a:spcAft>
                        <a:buNone/>
                      </a:pPr>
                      <a:r>
                        <a:rPr lang="en" sz="1100" b="1">
                          <a:solidFill>
                            <a:srgbClr val="FFFFFF"/>
                          </a:solidFill>
                        </a:rPr>
                        <a:t>Medium</a:t>
                      </a:r>
                      <a:r>
                        <a:rPr lang="en" sz="1100">
                          <a:solidFill>
                            <a:srgbClr val="FFFFFF"/>
                          </a:solidFill>
                        </a:rPr>
                        <a:t> </a:t>
                      </a:r>
                      <a:endParaRPr sz="1100">
                        <a:solidFill>
                          <a:srgbClr val="FFFFFF"/>
                        </a:solidFill>
                      </a:endParaRPr>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9900"/>
                    </a:solidFill>
                  </a:tcPr>
                </a:tc>
                <a:tc>
                  <a:txBody>
                    <a:bodyPr/>
                    <a:lstStyle/>
                    <a:p>
                      <a:pPr marL="63500" marR="63500" lvl="0" indent="0" algn="ctr" rtl="0">
                        <a:lnSpc>
                          <a:spcPct val="115000"/>
                        </a:lnSpc>
                        <a:spcBef>
                          <a:spcPts val="0"/>
                        </a:spcBef>
                        <a:spcAft>
                          <a:spcPts val="0"/>
                        </a:spcAft>
                        <a:buNone/>
                      </a:pPr>
                      <a:r>
                        <a:rPr lang="en" sz="1100" b="1">
                          <a:solidFill>
                            <a:srgbClr val="FFFFFF"/>
                          </a:solidFill>
                        </a:rPr>
                        <a:t>High</a:t>
                      </a:r>
                      <a:r>
                        <a:rPr lang="en" sz="1100">
                          <a:solidFill>
                            <a:srgbClr val="FFFFFF"/>
                          </a:solidFill>
                        </a:rPr>
                        <a:t> </a:t>
                      </a:r>
                      <a:endParaRPr sz="1100">
                        <a:solidFill>
                          <a:srgbClr val="FFFFFF"/>
                        </a:solidFill>
                      </a:endParaRPr>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2"/>
                  </a:ext>
                </a:extLst>
              </a:tr>
              <a:tr h="708175">
                <a:tc vMerge="1">
                  <a:txBody>
                    <a:bodyPr/>
                    <a:lstStyle/>
                    <a:p>
                      <a:endParaRPr lang="en-US"/>
                    </a:p>
                  </a:txBody>
                  <a:tcPr/>
                </a:tc>
                <a:tc>
                  <a:txBody>
                    <a:bodyPr/>
                    <a:lstStyle/>
                    <a:p>
                      <a:pPr marL="63500" marR="63500" lvl="0" indent="0" algn="ctr" rtl="0">
                        <a:lnSpc>
                          <a:spcPct val="115000"/>
                        </a:lnSpc>
                        <a:spcBef>
                          <a:spcPts val="0"/>
                        </a:spcBef>
                        <a:spcAft>
                          <a:spcPts val="0"/>
                        </a:spcAft>
                        <a:buNone/>
                      </a:pPr>
                      <a:r>
                        <a:rPr lang="en" sz="1100" b="1"/>
                        <a:t>Medium</a:t>
                      </a:r>
                      <a:r>
                        <a:rPr lang="en" sz="1100"/>
                        <a:t> </a:t>
                      </a:r>
                      <a:endParaRPr sz="1100"/>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CCCCC"/>
                    </a:solidFill>
                  </a:tcPr>
                </a:tc>
                <a:tc>
                  <a:txBody>
                    <a:bodyPr/>
                    <a:lstStyle/>
                    <a:p>
                      <a:pPr marL="63500" marR="63500" lvl="0" indent="0" algn="ctr" rtl="0">
                        <a:lnSpc>
                          <a:spcPct val="115000"/>
                        </a:lnSpc>
                        <a:spcBef>
                          <a:spcPts val="0"/>
                        </a:spcBef>
                        <a:spcAft>
                          <a:spcPts val="0"/>
                        </a:spcAft>
                        <a:buNone/>
                      </a:pPr>
                      <a:r>
                        <a:rPr lang="en" sz="1100" b="1">
                          <a:solidFill>
                            <a:srgbClr val="FFFFFF"/>
                          </a:solidFill>
                        </a:rPr>
                        <a:t>Informational</a:t>
                      </a:r>
                      <a:r>
                        <a:rPr lang="en" sz="1100">
                          <a:solidFill>
                            <a:srgbClr val="FFFFFF"/>
                          </a:solidFill>
                        </a:rPr>
                        <a:t> </a:t>
                      </a:r>
                      <a:endParaRPr sz="1100">
                        <a:solidFill>
                          <a:srgbClr val="FFFFFF"/>
                        </a:solidFill>
                      </a:endParaRPr>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FA8DC"/>
                    </a:solidFill>
                  </a:tcPr>
                </a:tc>
                <a:tc>
                  <a:txBody>
                    <a:bodyPr/>
                    <a:lstStyle/>
                    <a:p>
                      <a:pPr marL="63500" marR="63500" lvl="0" indent="0" algn="ctr" rtl="0">
                        <a:lnSpc>
                          <a:spcPct val="115000"/>
                        </a:lnSpc>
                        <a:spcBef>
                          <a:spcPts val="0"/>
                        </a:spcBef>
                        <a:spcAft>
                          <a:spcPts val="0"/>
                        </a:spcAft>
                        <a:buNone/>
                      </a:pPr>
                      <a:r>
                        <a:rPr lang="en" sz="1100" b="1">
                          <a:solidFill>
                            <a:srgbClr val="FFFFFF"/>
                          </a:solidFill>
                        </a:rPr>
                        <a:t>Low</a:t>
                      </a:r>
                      <a:r>
                        <a:rPr lang="en" sz="1100">
                          <a:solidFill>
                            <a:srgbClr val="FFFFFF"/>
                          </a:solidFill>
                        </a:rPr>
                        <a:t> </a:t>
                      </a:r>
                      <a:endParaRPr sz="1100">
                        <a:solidFill>
                          <a:srgbClr val="FFFFFF"/>
                        </a:solidFill>
                      </a:endParaRPr>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93C47D"/>
                    </a:solidFill>
                  </a:tcPr>
                </a:tc>
                <a:tc>
                  <a:txBody>
                    <a:bodyPr/>
                    <a:lstStyle/>
                    <a:p>
                      <a:pPr marL="63500" marR="63500" lvl="0" indent="0" algn="ctr" rtl="0">
                        <a:lnSpc>
                          <a:spcPct val="115000"/>
                        </a:lnSpc>
                        <a:spcBef>
                          <a:spcPts val="0"/>
                        </a:spcBef>
                        <a:spcAft>
                          <a:spcPts val="0"/>
                        </a:spcAft>
                        <a:buNone/>
                      </a:pPr>
                      <a:r>
                        <a:rPr lang="en" sz="1100" b="1">
                          <a:solidFill>
                            <a:srgbClr val="FFFFFF"/>
                          </a:solidFill>
                        </a:rPr>
                        <a:t>Medium</a:t>
                      </a:r>
                      <a:r>
                        <a:rPr lang="en" sz="1100">
                          <a:solidFill>
                            <a:srgbClr val="FFFFFF"/>
                          </a:solidFill>
                        </a:rPr>
                        <a:t> </a:t>
                      </a:r>
                      <a:endParaRPr sz="1100">
                        <a:solidFill>
                          <a:srgbClr val="FFFFFF"/>
                        </a:solidFill>
                      </a:endParaRPr>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9900"/>
                    </a:solidFill>
                  </a:tcPr>
                </a:tc>
                <a:tc>
                  <a:txBody>
                    <a:bodyPr/>
                    <a:lstStyle/>
                    <a:p>
                      <a:pPr marL="63500" marR="63500" lvl="0" indent="0" algn="ctr" rtl="0">
                        <a:lnSpc>
                          <a:spcPct val="115000"/>
                        </a:lnSpc>
                        <a:spcBef>
                          <a:spcPts val="0"/>
                        </a:spcBef>
                        <a:spcAft>
                          <a:spcPts val="0"/>
                        </a:spcAft>
                        <a:buNone/>
                      </a:pPr>
                      <a:r>
                        <a:rPr lang="en" sz="1100" b="1">
                          <a:solidFill>
                            <a:srgbClr val="FFFFFF"/>
                          </a:solidFill>
                        </a:rPr>
                        <a:t>High</a:t>
                      </a:r>
                      <a:r>
                        <a:rPr lang="en" sz="1100">
                          <a:solidFill>
                            <a:srgbClr val="FFFFFF"/>
                          </a:solidFill>
                        </a:rPr>
                        <a:t> </a:t>
                      </a:r>
                      <a:endParaRPr sz="1100">
                        <a:solidFill>
                          <a:srgbClr val="FFFFFF"/>
                        </a:solidFill>
                      </a:endParaRPr>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solidFill>
                  </a:tcPr>
                </a:tc>
                <a:tc>
                  <a:txBody>
                    <a:bodyPr/>
                    <a:lstStyle/>
                    <a:p>
                      <a:pPr marL="63500" marR="63500" lvl="0" indent="0" algn="ctr" rtl="0">
                        <a:lnSpc>
                          <a:spcPct val="115000"/>
                        </a:lnSpc>
                        <a:spcBef>
                          <a:spcPts val="0"/>
                        </a:spcBef>
                        <a:spcAft>
                          <a:spcPts val="0"/>
                        </a:spcAft>
                        <a:buNone/>
                      </a:pPr>
                      <a:r>
                        <a:rPr lang="en" sz="1100" b="1">
                          <a:solidFill>
                            <a:srgbClr val="FFFFFF"/>
                          </a:solidFill>
                        </a:rPr>
                        <a:t>Critical</a:t>
                      </a:r>
                      <a:r>
                        <a:rPr lang="en" sz="1100">
                          <a:solidFill>
                            <a:srgbClr val="FFFFFF"/>
                          </a:solidFill>
                        </a:rPr>
                        <a:t> </a:t>
                      </a:r>
                      <a:endParaRPr sz="1100">
                        <a:solidFill>
                          <a:srgbClr val="FFFFFF"/>
                        </a:solidFill>
                      </a:endParaRPr>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0000"/>
                    </a:solidFill>
                  </a:tcPr>
                </a:tc>
                <a:extLst>
                  <a:ext uri="{0D108BD9-81ED-4DB2-BD59-A6C34878D82A}">
                    <a16:rowId xmlns:a16="http://schemas.microsoft.com/office/drawing/2014/main" val="10003"/>
                  </a:ext>
                </a:extLst>
              </a:tr>
              <a:tr h="468925">
                <a:tc vMerge="1">
                  <a:txBody>
                    <a:bodyPr/>
                    <a:lstStyle/>
                    <a:p>
                      <a:endParaRPr lang="en-US"/>
                    </a:p>
                  </a:txBody>
                  <a:tcPr/>
                </a:tc>
                <a:tc>
                  <a:txBody>
                    <a:bodyPr/>
                    <a:lstStyle/>
                    <a:p>
                      <a:pPr marL="63500" marR="63500" lvl="0" indent="0" algn="ctr" rtl="0">
                        <a:lnSpc>
                          <a:spcPct val="115000"/>
                        </a:lnSpc>
                        <a:spcBef>
                          <a:spcPts val="0"/>
                        </a:spcBef>
                        <a:spcAft>
                          <a:spcPts val="0"/>
                        </a:spcAft>
                        <a:buNone/>
                      </a:pPr>
                      <a:r>
                        <a:rPr lang="en" sz="1100" b="1"/>
                        <a:t>High</a:t>
                      </a:r>
                      <a:r>
                        <a:rPr lang="en" sz="1100"/>
                        <a:t> </a:t>
                      </a:r>
                      <a:endParaRPr sz="1100"/>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CCCCC"/>
                    </a:solidFill>
                  </a:tcPr>
                </a:tc>
                <a:tc>
                  <a:txBody>
                    <a:bodyPr/>
                    <a:lstStyle/>
                    <a:p>
                      <a:pPr marL="63500" marR="63500" lvl="0" indent="0" algn="ctr" rtl="0">
                        <a:lnSpc>
                          <a:spcPct val="115000"/>
                        </a:lnSpc>
                        <a:spcBef>
                          <a:spcPts val="0"/>
                        </a:spcBef>
                        <a:spcAft>
                          <a:spcPts val="0"/>
                        </a:spcAft>
                        <a:buNone/>
                      </a:pPr>
                      <a:r>
                        <a:rPr lang="en" sz="1100" b="1">
                          <a:solidFill>
                            <a:srgbClr val="FFFFFF"/>
                          </a:solidFill>
                        </a:rPr>
                        <a:t>Informational</a:t>
                      </a:r>
                      <a:r>
                        <a:rPr lang="en" sz="1100">
                          <a:solidFill>
                            <a:srgbClr val="FFFFFF"/>
                          </a:solidFill>
                        </a:rPr>
                        <a:t> </a:t>
                      </a:r>
                      <a:endParaRPr sz="1100">
                        <a:solidFill>
                          <a:srgbClr val="FFFFFF"/>
                        </a:solidFill>
                      </a:endParaRPr>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FA8DC"/>
                    </a:solidFill>
                  </a:tcPr>
                </a:tc>
                <a:tc>
                  <a:txBody>
                    <a:bodyPr/>
                    <a:lstStyle/>
                    <a:p>
                      <a:pPr marL="63500" marR="63500" lvl="0" indent="0" algn="ctr" rtl="0">
                        <a:lnSpc>
                          <a:spcPct val="115000"/>
                        </a:lnSpc>
                        <a:spcBef>
                          <a:spcPts val="0"/>
                        </a:spcBef>
                        <a:spcAft>
                          <a:spcPts val="0"/>
                        </a:spcAft>
                        <a:buNone/>
                      </a:pPr>
                      <a:r>
                        <a:rPr lang="en" sz="1100" b="1">
                          <a:solidFill>
                            <a:srgbClr val="FFFFFF"/>
                          </a:solidFill>
                        </a:rPr>
                        <a:t>Medium</a:t>
                      </a:r>
                      <a:r>
                        <a:rPr lang="en" sz="1100">
                          <a:solidFill>
                            <a:srgbClr val="FFFFFF"/>
                          </a:solidFill>
                        </a:rPr>
                        <a:t> </a:t>
                      </a:r>
                      <a:endParaRPr sz="1100">
                        <a:solidFill>
                          <a:srgbClr val="FFFFFF"/>
                        </a:solidFill>
                      </a:endParaRPr>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9900"/>
                    </a:solidFill>
                  </a:tcPr>
                </a:tc>
                <a:tc>
                  <a:txBody>
                    <a:bodyPr/>
                    <a:lstStyle/>
                    <a:p>
                      <a:pPr marL="63500" marR="63500" lvl="0" indent="0" algn="ctr" rtl="0">
                        <a:lnSpc>
                          <a:spcPct val="115000"/>
                        </a:lnSpc>
                        <a:spcBef>
                          <a:spcPts val="0"/>
                        </a:spcBef>
                        <a:spcAft>
                          <a:spcPts val="0"/>
                        </a:spcAft>
                        <a:buNone/>
                      </a:pPr>
                      <a:r>
                        <a:rPr lang="en" sz="1100" b="1">
                          <a:solidFill>
                            <a:srgbClr val="FFFFFF"/>
                          </a:solidFill>
                        </a:rPr>
                        <a:t>Medium</a:t>
                      </a:r>
                      <a:r>
                        <a:rPr lang="en" sz="1100">
                          <a:solidFill>
                            <a:srgbClr val="FFFFFF"/>
                          </a:solidFill>
                        </a:rPr>
                        <a:t> </a:t>
                      </a:r>
                      <a:endParaRPr sz="1100">
                        <a:solidFill>
                          <a:srgbClr val="FFFFFF"/>
                        </a:solidFill>
                      </a:endParaRPr>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9900"/>
                    </a:solidFill>
                  </a:tcPr>
                </a:tc>
                <a:tc>
                  <a:txBody>
                    <a:bodyPr/>
                    <a:lstStyle/>
                    <a:p>
                      <a:pPr marL="63500" marR="63500" lvl="0" indent="0" algn="ctr" rtl="0">
                        <a:lnSpc>
                          <a:spcPct val="115000"/>
                        </a:lnSpc>
                        <a:spcBef>
                          <a:spcPts val="0"/>
                        </a:spcBef>
                        <a:spcAft>
                          <a:spcPts val="0"/>
                        </a:spcAft>
                        <a:buNone/>
                      </a:pPr>
                      <a:r>
                        <a:rPr lang="en" sz="1100" b="1">
                          <a:solidFill>
                            <a:srgbClr val="FFFFFF"/>
                          </a:solidFill>
                        </a:rPr>
                        <a:t>High</a:t>
                      </a:r>
                      <a:r>
                        <a:rPr lang="en" sz="1100">
                          <a:solidFill>
                            <a:srgbClr val="FFFFFF"/>
                          </a:solidFill>
                        </a:rPr>
                        <a:t> </a:t>
                      </a:r>
                      <a:endParaRPr sz="1100">
                        <a:solidFill>
                          <a:srgbClr val="FFFFFF"/>
                        </a:solidFill>
                      </a:endParaRPr>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0000"/>
                    </a:solidFill>
                  </a:tcPr>
                </a:tc>
                <a:tc>
                  <a:txBody>
                    <a:bodyPr/>
                    <a:lstStyle/>
                    <a:p>
                      <a:pPr marL="63500" marR="63500" lvl="0" indent="0" algn="ctr" rtl="0">
                        <a:lnSpc>
                          <a:spcPct val="115000"/>
                        </a:lnSpc>
                        <a:spcBef>
                          <a:spcPts val="0"/>
                        </a:spcBef>
                        <a:spcAft>
                          <a:spcPts val="0"/>
                        </a:spcAft>
                        <a:buNone/>
                      </a:pPr>
                      <a:r>
                        <a:rPr lang="en" sz="1100" b="1">
                          <a:solidFill>
                            <a:srgbClr val="FFFFFF"/>
                          </a:solidFill>
                        </a:rPr>
                        <a:t>Critical</a:t>
                      </a:r>
                      <a:r>
                        <a:rPr lang="en" sz="1100">
                          <a:solidFill>
                            <a:srgbClr val="FFFFFF"/>
                          </a:solidFill>
                        </a:rPr>
                        <a:t> </a:t>
                      </a:r>
                      <a:endParaRPr sz="1100">
                        <a:solidFill>
                          <a:srgbClr val="FFFFFF"/>
                        </a:solidFill>
                      </a:endParaRPr>
                    </a:p>
                  </a:txBody>
                  <a:tcPr marL="91425" marR="91425" marT="91425" marB="914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660000"/>
                    </a:solidFill>
                  </a:tcPr>
                </a:tc>
                <a:extLst>
                  <a:ext uri="{0D108BD9-81ED-4DB2-BD59-A6C34878D82A}">
                    <a16:rowId xmlns:a16="http://schemas.microsoft.com/office/drawing/2014/main" val="10004"/>
                  </a:ext>
                </a:extLst>
              </a:tr>
            </a:tbl>
          </a:graphicData>
        </a:graphic>
      </p:graphicFrame>
      <p:sp>
        <p:nvSpPr>
          <p:cNvPr id="779" name="Google Shape;779;p79"/>
          <p:cNvSpPr txBox="1"/>
          <p:nvPr/>
        </p:nvSpPr>
        <p:spPr>
          <a:xfrm>
            <a:off x="361975" y="988555"/>
            <a:ext cx="3860100" cy="3387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2200">
                <a:solidFill>
                  <a:srgbClr val="F9F9F9"/>
                </a:solidFill>
                <a:latin typeface="Newsreader"/>
                <a:ea typeface="Newsreader"/>
                <a:cs typeface="Newsreader"/>
                <a:sym typeface="Newsreader"/>
              </a:rPr>
              <a:t>Appendix I: Risk</a:t>
            </a:r>
            <a:endParaRPr sz="2200">
              <a:solidFill>
                <a:srgbClr val="F9F9F9"/>
              </a:solidFill>
              <a:latin typeface="Newsreader"/>
              <a:ea typeface="Newsreader"/>
              <a:cs typeface="Newsreader"/>
              <a:sym typeface="Newsreader"/>
            </a:endParaRPr>
          </a:p>
        </p:txBody>
      </p:sp>
      <p:sp>
        <p:nvSpPr>
          <p:cNvPr id="780" name="Google Shape;780;p79"/>
          <p:cNvSpPr txBox="1"/>
          <p:nvPr/>
        </p:nvSpPr>
        <p:spPr>
          <a:xfrm>
            <a:off x="361975" y="732775"/>
            <a:ext cx="3860100" cy="153900"/>
          </a:xfrm>
          <a:prstGeom prst="rect">
            <a:avLst/>
          </a:prstGeom>
          <a:noFill/>
          <a:ln>
            <a:noFill/>
          </a:ln>
        </p:spPr>
        <p:txBody>
          <a:bodyPr spcFirstLastPara="1" wrap="square" lIns="0" tIns="0" rIns="0" bIns="0" anchor="b" anchorCtr="0">
            <a:spAutoFit/>
          </a:bodyPr>
          <a:lstStyle/>
          <a:p>
            <a:pPr marL="0" lvl="0" indent="0" algn="l" rtl="0">
              <a:spcBef>
                <a:spcPts val="0"/>
              </a:spcBef>
              <a:spcAft>
                <a:spcPts val="0"/>
              </a:spcAft>
              <a:buNone/>
            </a:pPr>
            <a:r>
              <a:rPr lang="en" sz="1000">
                <a:solidFill>
                  <a:srgbClr val="F9F9F9"/>
                </a:solidFill>
                <a:latin typeface="DM Sans Light"/>
                <a:ea typeface="DM Sans Light"/>
                <a:cs typeface="DM Sans Light"/>
                <a:sym typeface="DM Sans Light"/>
              </a:rPr>
              <a:t>All Ports Tours</a:t>
            </a:r>
            <a:endParaRPr sz="1000">
              <a:solidFill>
                <a:srgbClr val="F9F9F9"/>
              </a:solidFill>
              <a:latin typeface="DM Sans Light"/>
              <a:ea typeface="DM Sans Light"/>
              <a:cs typeface="DM Sans Light"/>
              <a:sym typeface="DM Sans Light"/>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usiness Plan Presentation">
  <a:themeElements>
    <a:clrScheme name="Simple Light">
      <a:dk1>
        <a:srgbClr val="F9F9F9"/>
      </a:dk1>
      <a:lt1>
        <a:srgbClr val="061D83"/>
      </a:lt1>
      <a:dk2>
        <a:srgbClr val="021468"/>
      </a:dk2>
      <a:lt2>
        <a:srgbClr val="B4D0FF"/>
      </a:lt2>
      <a:accent1>
        <a:srgbClr val="9FC2FC"/>
      </a:accent1>
      <a:accent2>
        <a:srgbClr val="A6DAEA"/>
      </a:accent2>
      <a:accent3>
        <a:srgbClr val="1B65AA"/>
      </a:accent3>
      <a:accent4>
        <a:srgbClr val="2E49C7"/>
      </a:accent4>
      <a:accent5>
        <a:srgbClr val="4B2ABD"/>
      </a:accent5>
      <a:accent6>
        <a:srgbClr val="8FDBFF"/>
      </a:accent6>
      <a:hlink>
        <a:srgbClr val="A4C2F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13</Slides>
  <Notes>13</Notes>
  <HiddenSlides>0</HiddenSlides>
  <ScaleCrop>false</ScaleCrop>
  <HeadingPairs>
    <vt:vector size="4" baseType="variant">
      <vt:variant>
        <vt:lpstr>Theme</vt:lpstr>
      </vt:variant>
      <vt:variant>
        <vt:i4>2</vt:i4>
      </vt:variant>
      <vt:variant>
        <vt:lpstr>Slide Titles</vt:lpstr>
      </vt:variant>
      <vt:variant>
        <vt:i4>13</vt:i4>
      </vt:variant>
    </vt:vector>
  </HeadingPairs>
  <TitlesOfParts>
    <vt:vector size="15" baseType="lpstr">
      <vt:lpstr>Simple Light</vt:lpstr>
      <vt:lpstr>Business Plan Presentation</vt:lpstr>
      <vt:lpstr>All Ports Tours  Executive Briefing</vt:lpstr>
      <vt:lpstr>Our Team</vt:lpstr>
      <vt:lpstr>Agenda</vt:lpstr>
      <vt:lpstr>Executive Summary</vt:lpstr>
      <vt:lpstr>24</vt:lpstr>
      <vt:lpstr>Business Impact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24</cp:revision>
  <dcterms:modified xsi:type="dcterms:W3CDTF">2026-01-02T13:11:25Z</dcterms:modified>
</cp:coreProperties>
</file>